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1"/>
  </p:notesMasterIdLst>
  <p:sldIdLst>
    <p:sldId id="256" r:id="rId2"/>
    <p:sldId id="257" r:id="rId3"/>
    <p:sldId id="260" r:id="rId4"/>
    <p:sldId id="267" r:id="rId5"/>
    <p:sldId id="280" r:id="rId6"/>
    <p:sldId id="281" r:id="rId7"/>
    <p:sldId id="282" r:id="rId8"/>
    <p:sldId id="279" r:id="rId9"/>
    <p:sldId id="259" r:id="rId10"/>
  </p:sldIdLst>
  <p:sldSz cx="12192000" cy="6858000"/>
  <p:notesSz cx="6858000" cy="9144000"/>
  <p:embeddedFontLst>
    <p:embeddedFont>
      <p:font typeface="Calibri" panose="020F0502020204030204" pitchFamily="34" charset="0"/>
      <p:regular r:id="rId12"/>
      <p:bold r:id="rId13"/>
      <p:italic r:id="rId14"/>
      <p:boldItalic r:id="rId15"/>
    </p:embeddedFont>
    <p:embeddedFont>
      <p:font typeface="Lato Black" panose="020B0604020202020204" charset="0"/>
      <p:bold r:id="rId16"/>
      <p:boldItalic r:id="rId17"/>
    </p:embeddedFont>
    <p:embeddedFont>
      <p:font typeface="Libre Baskerville" panose="020B0604020202020204" charset="0"/>
      <p:regular r:id="rId18"/>
      <p:bold r:id="rId19"/>
      <p: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4" roundtripDataSignature="AMtx7mhnFQsu0qTBRZ+C47HNp0tuHCNko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660"/>
  </p:normalViewPr>
  <p:slideViewPr>
    <p:cSldViewPr snapToGrid="0">
      <p:cViewPr varScale="1">
        <p:scale>
          <a:sx n="81" d="100"/>
          <a:sy n="81" d="100"/>
        </p:scale>
        <p:origin x="59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9" Type="http://schemas.microsoft.com/office/2016/11/relationships/changesInfo" Target="changesInfos/changesInfo1.xml"/><Relationship Id="rId3" Type="http://schemas.openxmlformats.org/officeDocument/2006/relationships/slide" Target="slides/slide2.xml"/><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4.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35"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userId="8bcc01cd6660d2ee" providerId="LiveId" clId="{941A8107-7E5D-4CCE-8760-C055F3CBB60B}"/>
    <pc:docChg chg="undo redo custSel addSld delSld modSld">
      <pc:chgData name="" userId="8bcc01cd6660d2ee" providerId="LiveId" clId="{941A8107-7E5D-4CCE-8760-C055F3CBB60B}" dt="2025-07-23T08:39:07.615" v="1670" actId="20577"/>
      <pc:docMkLst>
        <pc:docMk/>
      </pc:docMkLst>
      <pc:sldChg chg="delSp modSp">
        <pc:chgData name="" userId="8bcc01cd6660d2ee" providerId="LiveId" clId="{941A8107-7E5D-4CCE-8760-C055F3CBB60B}" dt="2025-07-23T07:22:26.155" v="1666" actId="20577"/>
        <pc:sldMkLst>
          <pc:docMk/>
          <pc:sldMk cId="0" sldId="256"/>
        </pc:sldMkLst>
        <pc:spChg chg="mod">
          <ac:chgData name="" userId="8bcc01cd6660d2ee" providerId="LiveId" clId="{941A8107-7E5D-4CCE-8760-C055F3CBB60B}" dt="2025-07-22T21:03:16.844" v="1633" actId="1076"/>
          <ac:spMkLst>
            <pc:docMk/>
            <pc:sldMk cId="0" sldId="256"/>
            <ac:spMk id="3" creationId="{C00A2FE9-DFF4-4044-BE8C-9D75523EFC08}"/>
          </ac:spMkLst>
        </pc:spChg>
        <pc:spChg chg="mod">
          <ac:chgData name="" userId="8bcc01cd6660d2ee" providerId="LiveId" clId="{941A8107-7E5D-4CCE-8760-C055F3CBB60B}" dt="2025-07-23T07:22:26.155" v="1666" actId="20577"/>
          <ac:spMkLst>
            <pc:docMk/>
            <pc:sldMk cId="0" sldId="256"/>
            <ac:spMk id="4" creationId="{9B842284-0F5C-4A41-9C9D-90198BDF75AE}"/>
          </ac:spMkLst>
        </pc:spChg>
        <pc:picChg chg="del">
          <ac:chgData name="" userId="8bcc01cd6660d2ee" providerId="LiveId" clId="{941A8107-7E5D-4CCE-8760-C055F3CBB60B}" dt="2025-07-22T18:20:14.877" v="0" actId="478"/>
          <ac:picMkLst>
            <pc:docMk/>
            <pc:sldMk cId="0" sldId="256"/>
            <ac:picMk id="6" creationId="{E99E0F07-3730-481B-BE66-A06DB1309E0F}"/>
          </ac:picMkLst>
        </pc:picChg>
        <pc:picChg chg="mod">
          <ac:chgData name="" userId="8bcc01cd6660d2ee" providerId="LiveId" clId="{941A8107-7E5D-4CCE-8760-C055F3CBB60B}" dt="2025-07-22T21:03:32.258" v="1634" actId="1076"/>
          <ac:picMkLst>
            <pc:docMk/>
            <pc:sldMk cId="0" sldId="256"/>
            <ac:picMk id="98" creationId="{00000000-0000-0000-0000-000000000000}"/>
          </ac:picMkLst>
        </pc:picChg>
      </pc:sldChg>
      <pc:sldChg chg="modSp">
        <pc:chgData name="" userId="8bcc01cd6660d2ee" providerId="LiveId" clId="{941A8107-7E5D-4CCE-8760-C055F3CBB60B}" dt="2025-07-22T19:19:49.789" v="566" actId="1076"/>
        <pc:sldMkLst>
          <pc:docMk/>
          <pc:sldMk cId="0" sldId="257"/>
        </pc:sldMkLst>
        <pc:spChg chg="mod">
          <ac:chgData name="" userId="8bcc01cd6660d2ee" providerId="LiveId" clId="{941A8107-7E5D-4CCE-8760-C055F3CBB60B}" dt="2025-07-22T19:19:48.626" v="565" actId="1076"/>
          <ac:spMkLst>
            <pc:docMk/>
            <pc:sldMk cId="0" sldId="257"/>
            <ac:spMk id="104" creationId="{00000000-0000-0000-0000-000000000000}"/>
          </ac:spMkLst>
        </pc:spChg>
        <pc:spChg chg="mod">
          <ac:chgData name="" userId="8bcc01cd6660d2ee" providerId="LiveId" clId="{941A8107-7E5D-4CCE-8760-C055F3CBB60B}" dt="2025-07-22T19:19:49.789" v="566" actId="1076"/>
          <ac:spMkLst>
            <pc:docMk/>
            <pc:sldMk cId="0" sldId="257"/>
            <ac:spMk id="105" creationId="{00000000-0000-0000-0000-000000000000}"/>
          </ac:spMkLst>
        </pc:spChg>
      </pc:sldChg>
      <pc:sldChg chg="addSp delSp modSp">
        <pc:chgData name="" userId="8bcc01cd6660d2ee" providerId="LiveId" clId="{941A8107-7E5D-4CCE-8760-C055F3CBB60B}" dt="2025-07-22T21:04:09.146" v="1637" actId="115"/>
        <pc:sldMkLst>
          <pc:docMk/>
          <pc:sldMk cId="1305208781" sldId="260"/>
        </pc:sldMkLst>
        <pc:spChg chg="mod">
          <ac:chgData name="" userId="8bcc01cd6660d2ee" providerId="LiveId" clId="{941A8107-7E5D-4CCE-8760-C055F3CBB60B}" dt="2025-07-22T20:09:32.075" v="808" actId="108"/>
          <ac:spMkLst>
            <pc:docMk/>
            <pc:sldMk cId="1305208781" sldId="260"/>
            <ac:spMk id="2" creationId="{EC527F0C-E894-4C70-8A27-BFE1F112BED2}"/>
          </ac:spMkLst>
        </pc:spChg>
        <pc:spChg chg="mod">
          <ac:chgData name="" userId="8bcc01cd6660d2ee" providerId="LiveId" clId="{941A8107-7E5D-4CCE-8760-C055F3CBB60B}" dt="2025-07-22T19:16:07.379" v="557" actId="12"/>
          <ac:spMkLst>
            <pc:docMk/>
            <pc:sldMk cId="1305208781" sldId="260"/>
            <ac:spMk id="3" creationId="{84CD05F9-8281-4D74-BF4B-448C13C3FE5A}"/>
          </ac:spMkLst>
        </pc:spChg>
        <pc:spChg chg="add del">
          <ac:chgData name="" userId="8bcc01cd6660d2ee" providerId="LiveId" clId="{941A8107-7E5D-4CCE-8760-C055F3CBB60B}" dt="2025-07-22T19:05:12.935" v="296"/>
          <ac:spMkLst>
            <pc:docMk/>
            <pc:sldMk cId="1305208781" sldId="260"/>
            <ac:spMk id="4" creationId="{4B870C27-967E-4E2D-930E-523DF23E9A20}"/>
          </ac:spMkLst>
        </pc:spChg>
        <pc:spChg chg="del mod">
          <ac:chgData name="" userId="8bcc01cd6660d2ee" providerId="LiveId" clId="{941A8107-7E5D-4CCE-8760-C055F3CBB60B}" dt="2025-07-22T19:06:11.796" v="336" actId="478"/>
          <ac:spMkLst>
            <pc:docMk/>
            <pc:sldMk cId="1305208781" sldId="260"/>
            <ac:spMk id="5" creationId="{8E4B4745-D0F7-4E09-9A6A-68959C764FA8}"/>
          </ac:spMkLst>
        </pc:spChg>
        <pc:spChg chg="del mod">
          <ac:chgData name="" userId="8bcc01cd6660d2ee" providerId="LiveId" clId="{941A8107-7E5D-4CCE-8760-C055F3CBB60B}" dt="2025-07-22T19:09:37.087" v="421" actId="478"/>
          <ac:spMkLst>
            <pc:docMk/>
            <pc:sldMk cId="1305208781" sldId="260"/>
            <ac:spMk id="6" creationId="{82027F92-2E90-434B-AA42-943ADC215444}"/>
          </ac:spMkLst>
        </pc:spChg>
        <pc:spChg chg="mod">
          <ac:chgData name="" userId="8bcc01cd6660d2ee" providerId="LiveId" clId="{941A8107-7E5D-4CCE-8760-C055F3CBB60B}" dt="2025-07-22T19:14:35.431" v="539" actId="1076"/>
          <ac:spMkLst>
            <pc:docMk/>
            <pc:sldMk cId="1305208781" sldId="260"/>
            <ac:spMk id="7" creationId="{CA29EBD7-F073-40BA-B6AA-434A34383BEA}"/>
          </ac:spMkLst>
        </pc:spChg>
        <pc:spChg chg="del">
          <ac:chgData name="" userId="8bcc01cd6660d2ee" providerId="LiveId" clId="{941A8107-7E5D-4CCE-8760-C055F3CBB60B}" dt="2025-07-22T19:11:33.984" v="480" actId="478"/>
          <ac:spMkLst>
            <pc:docMk/>
            <pc:sldMk cId="1305208781" sldId="260"/>
            <ac:spMk id="8" creationId="{85C28FD1-23E2-4F56-8642-89C56F18E635}"/>
          </ac:spMkLst>
        </pc:spChg>
        <pc:spChg chg="del mod">
          <ac:chgData name="" userId="8bcc01cd6660d2ee" providerId="LiveId" clId="{941A8107-7E5D-4CCE-8760-C055F3CBB60B}" dt="2025-07-22T19:11:39.117" v="482" actId="478"/>
          <ac:spMkLst>
            <pc:docMk/>
            <pc:sldMk cId="1305208781" sldId="260"/>
            <ac:spMk id="9" creationId="{3ACA7349-E83D-4634-A3CC-B1A80F575486}"/>
          </ac:spMkLst>
        </pc:spChg>
        <pc:spChg chg="add del">
          <ac:chgData name="" userId="8bcc01cd6660d2ee" providerId="LiveId" clId="{941A8107-7E5D-4CCE-8760-C055F3CBB60B}" dt="2025-07-22T19:09:47.349" v="423"/>
          <ac:spMkLst>
            <pc:docMk/>
            <pc:sldMk cId="1305208781" sldId="260"/>
            <ac:spMk id="10" creationId="{7A6EDA0A-178F-4192-BDE5-55FB4D5074FB}"/>
          </ac:spMkLst>
        </pc:spChg>
        <pc:spChg chg="add mod">
          <ac:chgData name="" userId="8bcc01cd6660d2ee" providerId="LiveId" clId="{941A8107-7E5D-4CCE-8760-C055F3CBB60B}" dt="2025-07-22T21:04:09.146" v="1637" actId="115"/>
          <ac:spMkLst>
            <pc:docMk/>
            <pc:sldMk cId="1305208781" sldId="260"/>
            <ac:spMk id="11" creationId="{87FD0180-7FA2-4B6D-8852-D6568FC1198D}"/>
          </ac:spMkLst>
        </pc:spChg>
      </pc:sldChg>
      <pc:sldChg chg="del">
        <pc:chgData name="" userId="8bcc01cd6660d2ee" providerId="LiveId" clId="{941A8107-7E5D-4CCE-8760-C055F3CBB60B}" dt="2025-07-22T19:20:05.134" v="567" actId="2696"/>
        <pc:sldMkLst>
          <pc:docMk/>
          <pc:sldMk cId="2842173889" sldId="261"/>
        </pc:sldMkLst>
      </pc:sldChg>
      <pc:sldChg chg="del">
        <pc:chgData name="" userId="8bcc01cd6660d2ee" providerId="LiveId" clId="{941A8107-7E5D-4CCE-8760-C055F3CBB60B}" dt="2025-07-22T19:20:10.249" v="568" actId="2696"/>
        <pc:sldMkLst>
          <pc:docMk/>
          <pc:sldMk cId="185411666" sldId="262"/>
        </pc:sldMkLst>
      </pc:sldChg>
      <pc:sldChg chg="del">
        <pc:chgData name="" userId="8bcc01cd6660d2ee" providerId="LiveId" clId="{941A8107-7E5D-4CCE-8760-C055F3CBB60B}" dt="2025-07-22T19:20:14.101" v="569" actId="2696"/>
        <pc:sldMkLst>
          <pc:docMk/>
          <pc:sldMk cId="2815837920" sldId="263"/>
        </pc:sldMkLst>
      </pc:sldChg>
      <pc:sldChg chg="del">
        <pc:chgData name="" userId="8bcc01cd6660d2ee" providerId="LiveId" clId="{941A8107-7E5D-4CCE-8760-C055F3CBB60B}" dt="2025-07-22T19:20:21.671" v="571" actId="2696"/>
        <pc:sldMkLst>
          <pc:docMk/>
          <pc:sldMk cId="792459895" sldId="264"/>
        </pc:sldMkLst>
      </pc:sldChg>
      <pc:sldChg chg="del">
        <pc:chgData name="" userId="8bcc01cd6660d2ee" providerId="LiveId" clId="{941A8107-7E5D-4CCE-8760-C055F3CBB60B}" dt="2025-07-22T19:20:17.882" v="570" actId="2696"/>
        <pc:sldMkLst>
          <pc:docMk/>
          <pc:sldMk cId="4210803371" sldId="265"/>
        </pc:sldMkLst>
      </pc:sldChg>
      <pc:sldChg chg="del">
        <pc:chgData name="" userId="8bcc01cd6660d2ee" providerId="LiveId" clId="{941A8107-7E5D-4CCE-8760-C055F3CBB60B}" dt="2025-07-22T20:11:15.847" v="819" actId="2696"/>
        <pc:sldMkLst>
          <pc:docMk/>
          <pc:sldMk cId="2637202203" sldId="266"/>
        </pc:sldMkLst>
      </pc:sldChg>
      <pc:sldChg chg="addSp delSp modSp">
        <pc:chgData name="" userId="8bcc01cd6660d2ee" providerId="LiveId" clId="{941A8107-7E5D-4CCE-8760-C055F3CBB60B}" dt="2025-07-22T20:09:18.255" v="806" actId="115"/>
        <pc:sldMkLst>
          <pc:docMk/>
          <pc:sldMk cId="2650021634" sldId="267"/>
        </pc:sldMkLst>
        <pc:spChg chg="mod">
          <ac:chgData name="" userId="8bcc01cd6660d2ee" providerId="LiveId" clId="{941A8107-7E5D-4CCE-8760-C055F3CBB60B}" dt="2025-07-22T20:09:18.255" v="806" actId="115"/>
          <ac:spMkLst>
            <pc:docMk/>
            <pc:sldMk cId="2650021634" sldId="267"/>
            <ac:spMk id="2" creationId="{C35B8BC4-9D99-43C7-A0A6-AF12D05E8A70}"/>
          </ac:spMkLst>
        </pc:spChg>
        <pc:spChg chg="mod">
          <ac:chgData name="" userId="8bcc01cd6660d2ee" providerId="LiveId" clId="{941A8107-7E5D-4CCE-8760-C055F3CBB60B}" dt="2025-07-22T20:05:20.681" v="757" actId="1076"/>
          <ac:spMkLst>
            <pc:docMk/>
            <pc:sldMk cId="2650021634" sldId="267"/>
            <ac:spMk id="3" creationId="{A974E866-7E4C-40B3-947D-2975C5398D41}"/>
          </ac:spMkLst>
        </pc:spChg>
        <pc:spChg chg="mod">
          <ac:chgData name="" userId="8bcc01cd6660d2ee" providerId="LiveId" clId="{941A8107-7E5D-4CCE-8760-C055F3CBB60B}" dt="2025-07-22T20:05:26.509" v="758" actId="1076"/>
          <ac:spMkLst>
            <pc:docMk/>
            <pc:sldMk cId="2650021634" sldId="267"/>
            <ac:spMk id="5" creationId="{775558AF-9D8D-4E87-BFAC-3B06739941AD}"/>
          </ac:spMkLst>
        </pc:spChg>
        <pc:spChg chg="add mod">
          <ac:chgData name="" userId="8bcc01cd6660d2ee" providerId="LiveId" clId="{941A8107-7E5D-4CCE-8760-C055F3CBB60B}" dt="2025-07-22T20:07:22.304" v="795" actId="13822"/>
          <ac:spMkLst>
            <pc:docMk/>
            <pc:sldMk cId="2650021634" sldId="267"/>
            <ac:spMk id="12" creationId="{81BA6B4D-3879-4CDD-9AD1-B56F8F8059D5}"/>
          </ac:spMkLst>
        </pc:spChg>
        <pc:spChg chg="add mod">
          <ac:chgData name="" userId="8bcc01cd6660d2ee" providerId="LiveId" clId="{941A8107-7E5D-4CCE-8760-C055F3CBB60B}" dt="2025-07-22T20:07:33.346" v="796" actId="108"/>
          <ac:spMkLst>
            <pc:docMk/>
            <pc:sldMk cId="2650021634" sldId="267"/>
            <ac:spMk id="13" creationId="{2C4DB15B-3B22-4E11-B265-6CEE75065D58}"/>
          </ac:spMkLst>
        </pc:spChg>
        <pc:spChg chg="add mod">
          <ac:chgData name="" userId="8bcc01cd6660d2ee" providerId="LiveId" clId="{941A8107-7E5D-4CCE-8760-C055F3CBB60B}" dt="2025-07-22T20:06:21.987" v="782" actId="1076"/>
          <ac:spMkLst>
            <pc:docMk/>
            <pc:sldMk cId="2650021634" sldId="267"/>
            <ac:spMk id="14" creationId="{44F60D6B-EA92-4F06-ADB7-69636C868E3A}"/>
          </ac:spMkLst>
        </pc:spChg>
        <pc:spChg chg="add mod">
          <ac:chgData name="" userId="8bcc01cd6660d2ee" providerId="LiveId" clId="{941A8107-7E5D-4CCE-8760-C055F3CBB60B}" dt="2025-07-22T20:06:40.270" v="786" actId="20577"/>
          <ac:spMkLst>
            <pc:docMk/>
            <pc:sldMk cId="2650021634" sldId="267"/>
            <ac:spMk id="15" creationId="{72D89C30-2924-40E2-B287-D7DAE06B14C6}"/>
          </ac:spMkLst>
        </pc:spChg>
        <pc:picChg chg="del">
          <ac:chgData name="" userId="8bcc01cd6660d2ee" providerId="LiveId" clId="{941A8107-7E5D-4CCE-8760-C055F3CBB60B}" dt="2025-07-22T19:32:18.011" v="598" actId="478"/>
          <ac:picMkLst>
            <pc:docMk/>
            <pc:sldMk cId="2650021634" sldId="267"/>
            <ac:picMk id="4" creationId="{78F94E19-7FE2-4143-A9AA-F65F7276D0D9}"/>
          </ac:picMkLst>
        </pc:picChg>
        <pc:picChg chg="del">
          <ac:chgData name="" userId="8bcc01cd6660d2ee" providerId="LiveId" clId="{941A8107-7E5D-4CCE-8760-C055F3CBB60B}" dt="2025-07-22T19:32:35.659" v="602" actId="478"/>
          <ac:picMkLst>
            <pc:docMk/>
            <pc:sldMk cId="2650021634" sldId="267"/>
            <ac:picMk id="6" creationId="{3F1FB3F1-DA83-40D7-B243-F6D5FBE53589}"/>
          </ac:picMkLst>
        </pc:picChg>
        <pc:picChg chg="add del mod">
          <ac:chgData name="" userId="8bcc01cd6660d2ee" providerId="LiveId" clId="{941A8107-7E5D-4CCE-8760-C055F3CBB60B}" dt="2025-07-22T19:32:33.310" v="601" actId="478"/>
          <ac:picMkLst>
            <pc:docMk/>
            <pc:sldMk cId="2650021634" sldId="267"/>
            <ac:picMk id="7" creationId="{803C782E-6A35-40F8-93C0-82F687BB73B5}"/>
          </ac:picMkLst>
        </pc:picChg>
        <pc:picChg chg="add mod">
          <ac:chgData name="" userId="8bcc01cd6660d2ee" providerId="LiveId" clId="{941A8107-7E5D-4CCE-8760-C055F3CBB60B}" dt="2025-07-22T20:07:59.233" v="798" actId="1582"/>
          <ac:picMkLst>
            <pc:docMk/>
            <pc:sldMk cId="2650021634" sldId="267"/>
            <ac:picMk id="8" creationId="{BEB959EF-E0E1-4B3D-B617-78641AF06F2A}"/>
          </ac:picMkLst>
        </pc:picChg>
        <pc:picChg chg="add mod modCrop">
          <ac:chgData name="" userId="8bcc01cd6660d2ee" providerId="LiveId" clId="{941A8107-7E5D-4CCE-8760-C055F3CBB60B}" dt="2025-07-22T20:08:25.256" v="801" actId="1582"/>
          <ac:picMkLst>
            <pc:docMk/>
            <pc:sldMk cId="2650021634" sldId="267"/>
            <ac:picMk id="9" creationId="{6999F650-4DE8-4703-883F-0367DAB1B762}"/>
          </ac:picMkLst>
        </pc:picChg>
        <pc:picChg chg="add mod modCrop">
          <ac:chgData name="" userId="8bcc01cd6660d2ee" providerId="LiveId" clId="{941A8107-7E5D-4CCE-8760-C055F3CBB60B}" dt="2025-07-22T20:08:30.336" v="802" actId="108"/>
          <ac:picMkLst>
            <pc:docMk/>
            <pc:sldMk cId="2650021634" sldId="267"/>
            <ac:picMk id="10" creationId="{1CEB39F1-6CE4-477C-BF8B-D4E29E031357}"/>
          </ac:picMkLst>
        </pc:picChg>
        <pc:picChg chg="add mod modCrop">
          <ac:chgData name="" userId="8bcc01cd6660d2ee" providerId="LiveId" clId="{941A8107-7E5D-4CCE-8760-C055F3CBB60B}" dt="2025-07-22T20:08:53.904" v="804" actId="732"/>
          <ac:picMkLst>
            <pc:docMk/>
            <pc:sldMk cId="2650021634" sldId="267"/>
            <ac:picMk id="11" creationId="{16D776DA-F815-4B75-9D9A-BF8AEE93EF09}"/>
          </ac:picMkLst>
        </pc:picChg>
      </pc:sldChg>
      <pc:sldChg chg="del">
        <pc:chgData name="" userId="8bcc01cd6660d2ee" providerId="LiveId" clId="{941A8107-7E5D-4CCE-8760-C055F3CBB60B}" dt="2025-07-22T20:11:15.847" v="816" actId="2696"/>
        <pc:sldMkLst>
          <pc:docMk/>
          <pc:sldMk cId="1737263703" sldId="268"/>
        </pc:sldMkLst>
      </pc:sldChg>
      <pc:sldChg chg="del">
        <pc:chgData name="" userId="8bcc01cd6660d2ee" providerId="LiveId" clId="{941A8107-7E5D-4CCE-8760-C055F3CBB60B}" dt="2025-07-22T20:11:15.847" v="818" actId="2696"/>
        <pc:sldMkLst>
          <pc:docMk/>
          <pc:sldMk cId="3664922201" sldId="270"/>
        </pc:sldMkLst>
      </pc:sldChg>
      <pc:sldChg chg="del">
        <pc:chgData name="" userId="8bcc01cd6660d2ee" providerId="LiveId" clId="{941A8107-7E5D-4CCE-8760-C055F3CBB60B}" dt="2025-07-22T20:11:15.847" v="817" actId="2696"/>
        <pc:sldMkLst>
          <pc:docMk/>
          <pc:sldMk cId="2459820448" sldId="271"/>
        </pc:sldMkLst>
      </pc:sldChg>
      <pc:sldChg chg="del">
        <pc:chgData name="" userId="8bcc01cd6660d2ee" providerId="LiveId" clId="{941A8107-7E5D-4CCE-8760-C055F3CBB60B}" dt="2025-07-22T20:11:15.847" v="815" actId="2696"/>
        <pc:sldMkLst>
          <pc:docMk/>
          <pc:sldMk cId="3184580475" sldId="272"/>
        </pc:sldMkLst>
      </pc:sldChg>
      <pc:sldChg chg="del">
        <pc:chgData name="" userId="8bcc01cd6660d2ee" providerId="LiveId" clId="{941A8107-7E5D-4CCE-8760-C055F3CBB60B}" dt="2025-07-22T20:11:15.847" v="814" actId="2696"/>
        <pc:sldMkLst>
          <pc:docMk/>
          <pc:sldMk cId="943612144" sldId="273"/>
        </pc:sldMkLst>
      </pc:sldChg>
      <pc:sldChg chg="del">
        <pc:chgData name="" userId="8bcc01cd6660d2ee" providerId="LiveId" clId="{941A8107-7E5D-4CCE-8760-C055F3CBB60B}" dt="2025-07-22T20:11:15.845" v="813" actId="2696"/>
        <pc:sldMkLst>
          <pc:docMk/>
          <pc:sldMk cId="4045767608" sldId="274"/>
        </pc:sldMkLst>
      </pc:sldChg>
      <pc:sldChg chg="del">
        <pc:chgData name="" userId="8bcc01cd6660d2ee" providerId="LiveId" clId="{941A8107-7E5D-4CCE-8760-C055F3CBB60B}" dt="2025-07-22T20:11:15.845" v="812" actId="2696"/>
        <pc:sldMkLst>
          <pc:docMk/>
          <pc:sldMk cId="3888872778" sldId="275"/>
        </pc:sldMkLst>
      </pc:sldChg>
      <pc:sldChg chg="del">
        <pc:chgData name="" userId="8bcc01cd6660d2ee" providerId="LiveId" clId="{941A8107-7E5D-4CCE-8760-C055F3CBB60B}" dt="2025-07-22T20:11:15.831" v="811" actId="2696"/>
        <pc:sldMkLst>
          <pc:docMk/>
          <pc:sldMk cId="2696554082" sldId="276"/>
        </pc:sldMkLst>
      </pc:sldChg>
      <pc:sldChg chg="del">
        <pc:chgData name="" userId="8bcc01cd6660d2ee" providerId="LiveId" clId="{941A8107-7E5D-4CCE-8760-C055F3CBB60B}" dt="2025-07-22T20:11:15.831" v="810" actId="2696"/>
        <pc:sldMkLst>
          <pc:docMk/>
          <pc:sldMk cId="4275484879" sldId="277"/>
        </pc:sldMkLst>
      </pc:sldChg>
      <pc:sldChg chg="del">
        <pc:chgData name="" userId="8bcc01cd6660d2ee" providerId="LiveId" clId="{941A8107-7E5D-4CCE-8760-C055F3CBB60B}" dt="2025-07-22T20:10:59.453" v="809" actId="2696"/>
        <pc:sldMkLst>
          <pc:docMk/>
          <pc:sldMk cId="4023547219" sldId="278"/>
        </pc:sldMkLst>
      </pc:sldChg>
      <pc:sldChg chg="addSp delSp modSp">
        <pc:chgData name="" userId="8bcc01cd6660d2ee" providerId="LiveId" clId="{941A8107-7E5D-4CCE-8760-C055F3CBB60B}" dt="2025-07-23T08:39:07.615" v="1670" actId="20577"/>
        <pc:sldMkLst>
          <pc:docMk/>
          <pc:sldMk cId="3802979225" sldId="279"/>
        </pc:sldMkLst>
        <pc:spChg chg="mod">
          <ac:chgData name="" userId="8bcc01cd6660d2ee" providerId="LiveId" clId="{941A8107-7E5D-4CCE-8760-C055F3CBB60B}" dt="2025-07-22T20:48:59" v="1431" actId="207"/>
          <ac:spMkLst>
            <pc:docMk/>
            <pc:sldMk cId="3802979225" sldId="279"/>
            <ac:spMk id="2" creationId="{D2F3454C-9E29-4502-8BF1-31A7A39FB2F8}"/>
          </ac:spMkLst>
        </pc:spChg>
        <pc:spChg chg="add del">
          <ac:chgData name="" userId="8bcc01cd6660d2ee" providerId="LiveId" clId="{941A8107-7E5D-4CCE-8760-C055F3CBB60B}" dt="2025-07-22T20:54:04.119" v="1451"/>
          <ac:spMkLst>
            <pc:docMk/>
            <pc:sldMk cId="3802979225" sldId="279"/>
            <ac:spMk id="3" creationId="{FD5BCF39-2179-4882-9E83-74C5A337FFD7}"/>
          </ac:spMkLst>
        </pc:spChg>
        <pc:spChg chg="mod">
          <ac:chgData name="" userId="8bcc01cd6660d2ee" providerId="LiveId" clId="{941A8107-7E5D-4CCE-8760-C055F3CBB60B}" dt="2025-07-22T20:57:33.328" v="1491" actId="1076"/>
          <ac:spMkLst>
            <pc:docMk/>
            <pc:sldMk cId="3802979225" sldId="279"/>
            <ac:spMk id="5" creationId="{F118DD7D-3DBC-4CFD-AEE1-060F7C6EB96C}"/>
          </ac:spMkLst>
        </pc:spChg>
        <pc:spChg chg="add del mod">
          <ac:chgData name="" userId="8bcc01cd6660d2ee" providerId="LiveId" clId="{941A8107-7E5D-4CCE-8760-C055F3CBB60B}" dt="2025-07-22T20:57:52.955" v="1494" actId="478"/>
          <ac:spMkLst>
            <pc:docMk/>
            <pc:sldMk cId="3802979225" sldId="279"/>
            <ac:spMk id="6" creationId="{12E4B56E-7949-4099-BF0F-98C34E734581}"/>
          </ac:spMkLst>
        </pc:spChg>
        <pc:spChg chg="add del">
          <ac:chgData name="" userId="8bcc01cd6660d2ee" providerId="LiveId" clId="{941A8107-7E5D-4CCE-8760-C055F3CBB60B}" dt="2025-07-22T20:58:03.324" v="1496"/>
          <ac:spMkLst>
            <pc:docMk/>
            <pc:sldMk cId="3802979225" sldId="279"/>
            <ac:spMk id="7" creationId="{97A5C069-1566-4BCD-A102-81AFAFF00BD0}"/>
          </ac:spMkLst>
        </pc:spChg>
        <pc:spChg chg="add del mod">
          <ac:chgData name="" userId="8bcc01cd6660d2ee" providerId="LiveId" clId="{941A8107-7E5D-4CCE-8760-C055F3CBB60B}" dt="2025-07-23T08:39:07.615" v="1670" actId="20577"/>
          <ac:spMkLst>
            <pc:docMk/>
            <pc:sldMk cId="3802979225" sldId="279"/>
            <ac:spMk id="8" creationId="{ADEC2638-61CA-4F35-BB10-3C29C2438309}"/>
          </ac:spMkLst>
        </pc:spChg>
        <pc:graphicFrameChg chg="add del mod">
          <ac:chgData name="" userId="8bcc01cd6660d2ee" providerId="LiveId" clId="{941A8107-7E5D-4CCE-8760-C055F3CBB60B}" dt="2025-07-22T20:54:04.119" v="1451"/>
          <ac:graphicFrameMkLst>
            <pc:docMk/>
            <pc:sldMk cId="3802979225" sldId="279"/>
            <ac:graphicFrameMk id="4" creationId="{9FB396D7-CCBB-49D1-9EEC-90E3784FA05D}"/>
          </ac:graphicFrameMkLst>
        </pc:graphicFrameChg>
      </pc:sldChg>
      <pc:sldChg chg="addSp modSp add">
        <pc:chgData name="" userId="8bcc01cd6660d2ee" providerId="LiveId" clId="{941A8107-7E5D-4CCE-8760-C055F3CBB60B}" dt="2025-07-22T20:07:39.395" v="797" actId="108"/>
        <pc:sldMkLst>
          <pc:docMk/>
          <pc:sldMk cId="498412960" sldId="280"/>
        </pc:sldMkLst>
        <pc:spChg chg="add mod">
          <ac:chgData name="" userId="8bcc01cd6660d2ee" providerId="LiveId" clId="{941A8107-7E5D-4CCE-8760-C055F3CBB60B}" dt="2025-07-22T20:07:39.395" v="797" actId="108"/>
          <ac:spMkLst>
            <pc:docMk/>
            <pc:sldMk cId="498412960" sldId="280"/>
            <ac:spMk id="5" creationId="{C05AB27B-30A4-42FD-AEA8-D3CB600FF430}"/>
          </ac:spMkLst>
        </pc:spChg>
        <pc:spChg chg="add mod">
          <ac:chgData name="" userId="8bcc01cd6660d2ee" providerId="LiveId" clId="{941A8107-7E5D-4CCE-8760-C055F3CBB60B}" dt="2025-07-22T20:03:49.862" v="746" actId="1076"/>
          <ac:spMkLst>
            <pc:docMk/>
            <pc:sldMk cId="498412960" sldId="280"/>
            <ac:spMk id="6" creationId="{B7BC5473-FB0B-4DF9-B06B-D9BAA6A599AD}"/>
          </ac:spMkLst>
        </pc:spChg>
        <pc:spChg chg="add mod">
          <ac:chgData name="" userId="8bcc01cd6660d2ee" providerId="LiveId" clId="{941A8107-7E5D-4CCE-8760-C055F3CBB60B}" dt="2025-07-22T20:02:13.345" v="725" actId="1076"/>
          <ac:spMkLst>
            <pc:docMk/>
            <pc:sldMk cId="498412960" sldId="280"/>
            <ac:spMk id="7" creationId="{23A2CA51-D134-46F6-8FB9-C84CB82AABF1}"/>
          </ac:spMkLst>
        </pc:spChg>
        <pc:spChg chg="add mod">
          <ac:chgData name="" userId="8bcc01cd6660d2ee" providerId="LiveId" clId="{941A8107-7E5D-4CCE-8760-C055F3CBB60B}" dt="2025-07-22T20:03:01.443" v="739" actId="1076"/>
          <ac:spMkLst>
            <pc:docMk/>
            <pc:sldMk cId="498412960" sldId="280"/>
            <ac:spMk id="8" creationId="{F9C791D6-B2E2-4DBE-BF8A-120D1F3B652E}"/>
          </ac:spMkLst>
        </pc:spChg>
        <pc:spChg chg="add mod">
          <ac:chgData name="" userId="8bcc01cd6660d2ee" providerId="LiveId" clId="{941A8107-7E5D-4CCE-8760-C055F3CBB60B}" dt="2025-07-22T20:06:56.770" v="790" actId="20577"/>
          <ac:spMkLst>
            <pc:docMk/>
            <pc:sldMk cId="498412960" sldId="280"/>
            <ac:spMk id="9" creationId="{3E001C87-3C9C-4A57-8F87-155C13931495}"/>
          </ac:spMkLst>
        </pc:spChg>
        <pc:picChg chg="add mod modCrop">
          <ac:chgData name="" userId="8bcc01cd6660d2ee" providerId="LiveId" clId="{941A8107-7E5D-4CCE-8760-C055F3CBB60B}" dt="2025-07-22T20:00:01.638" v="675" actId="1582"/>
          <ac:picMkLst>
            <pc:docMk/>
            <pc:sldMk cId="498412960" sldId="280"/>
            <ac:picMk id="2" creationId="{919EC3D4-FAED-41FE-ADC7-3482455BF090}"/>
          </ac:picMkLst>
        </pc:picChg>
        <pc:picChg chg="add mod modCrop">
          <ac:chgData name="" userId="8bcc01cd6660d2ee" providerId="LiveId" clId="{941A8107-7E5D-4CCE-8760-C055F3CBB60B}" dt="2025-07-22T20:00:09.802" v="676" actId="1582"/>
          <ac:picMkLst>
            <pc:docMk/>
            <pc:sldMk cId="498412960" sldId="280"/>
            <ac:picMk id="3" creationId="{45AFE74A-51A6-480C-A9C7-C104B176A486}"/>
          </ac:picMkLst>
        </pc:picChg>
        <pc:picChg chg="add mod modCrop">
          <ac:chgData name="" userId="8bcc01cd6660d2ee" providerId="LiveId" clId="{941A8107-7E5D-4CCE-8760-C055F3CBB60B}" dt="2025-07-22T20:04:40.565" v="752" actId="1582"/>
          <ac:picMkLst>
            <pc:docMk/>
            <pc:sldMk cId="498412960" sldId="280"/>
            <ac:picMk id="4" creationId="{78399358-686C-4AFA-96FA-A234C0545A3B}"/>
          </ac:picMkLst>
        </pc:picChg>
      </pc:sldChg>
      <pc:sldChg chg="addSp modSp add">
        <pc:chgData name="" userId="8bcc01cd6660d2ee" providerId="LiveId" clId="{941A8107-7E5D-4CCE-8760-C055F3CBB60B}" dt="2025-07-22T20:18:06.449" v="900" actId="208"/>
        <pc:sldMkLst>
          <pc:docMk/>
          <pc:sldMk cId="57732990" sldId="281"/>
        </pc:sldMkLst>
        <pc:spChg chg="add mod">
          <ac:chgData name="" userId="8bcc01cd6660d2ee" providerId="LiveId" clId="{941A8107-7E5D-4CCE-8760-C055F3CBB60B}" dt="2025-07-22T20:15:17.539" v="885" actId="1076"/>
          <ac:spMkLst>
            <pc:docMk/>
            <pc:sldMk cId="57732990" sldId="281"/>
            <ac:spMk id="2" creationId="{59661328-9BAD-4BE8-999D-A28B45D7BF2B}"/>
          </ac:spMkLst>
        </pc:spChg>
        <pc:picChg chg="add mod modCrop">
          <ac:chgData name="" userId="8bcc01cd6660d2ee" providerId="LiveId" clId="{941A8107-7E5D-4CCE-8760-C055F3CBB60B}" dt="2025-07-22T20:18:06.449" v="900" actId="208"/>
          <ac:picMkLst>
            <pc:docMk/>
            <pc:sldMk cId="57732990" sldId="281"/>
            <ac:picMk id="3" creationId="{81A42408-BC09-455C-9DF0-51B49570247D}"/>
          </ac:picMkLst>
        </pc:picChg>
      </pc:sldChg>
      <pc:sldChg chg="addSp delSp modSp add">
        <pc:chgData name="" userId="8bcc01cd6660d2ee" providerId="LiveId" clId="{941A8107-7E5D-4CCE-8760-C055F3CBB60B}" dt="2025-07-23T07:50:26.195" v="1668" actId="1076"/>
        <pc:sldMkLst>
          <pc:docMk/>
          <pc:sldMk cId="2287495523" sldId="282"/>
        </pc:sldMkLst>
        <pc:spChg chg="add mod">
          <ac:chgData name="" userId="8bcc01cd6660d2ee" providerId="LiveId" clId="{941A8107-7E5D-4CCE-8760-C055F3CBB60B}" dt="2025-07-22T20:28:27.199" v="968" actId="207"/>
          <ac:spMkLst>
            <pc:docMk/>
            <pc:sldMk cId="2287495523" sldId="282"/>
            <ac:spMk id="2" creationId="{DFA90C7F-CCDA-4C3B-957A-E7A742206EE4}"/>
          </ac:spMkLst>
        </pc:spChg>
        <pc:spChg chg="add mod">
          <ac:chgData name="" userId="8bcc01cd6660d2ee" providerId="LiveId" clId="{941A8107-7E5D-4CCE-8760-C055F3CBB60B}" dt="2025-07-23T07:50:26.195" v="1668" actId="1076"/>
          <ac:spMkLst>
            <pc:docMk/>
            <pc:sldMk cId="2287495523" sldId="282"/>
            <ac:spMk id="3" creationId="{4E232B43-B644-455E-AA7F-81B3CE9385BC}"/>
          </ac:spMkLst>
        </pc:spChg>
        <pc:spChg chg="add del mod">
          <ac:chgData name="" userId="8bcc01cd6660d2ee" providerId="LiveId" clId="{941A8107-7E5D-4CCE-8760-C055F3CBB60B}" dt="2025-07-22T20:40:21.668" v="1323" actId="478"/>
          <ac:spMkLst>
            <pc:docMk/>
            <pc:sldMk cId="2287495523" sldId="282"/>
            <ac:spMk id="4" creationId="{D07F1ABB-B087-4C42-9C72-E732AB16E569}"/>
          </ac:spMkLst>
        </pc:spChg>
        <pc:spChg chg="add del">
          <ac:chgData name="" userId="8bcc01cd6660d2ee" providerId="LiveId" clId="{941A8107-7E5D-4CCE-8760-C055F3CBB60B}" dt="2025-07-22T20:33:32.071" v="1080"/>
          <ac:spMkLst>
            <pc:docMk/>
            <pc:sldMk cId="2287495523" sldId="282"/>
            <ac:spMk id="5" creationId="{97B617AF-3591-4DBD-ACF4-6E3E798F0C40}"/>
          </ac:spMkLst>
        </pc:spChg>
        <pc:spChg chg="add del mod">
          <ac:chgData name="" userId="8bcc01cd6660d2ee" providerId="LiveId" clId="{941A8107-7E5D-4CCE-8760-C055F3CBB60B}" dt="2025-07-22T20:34:03.209" v="1086"/>
          <ac:spMkLst>
            <pc:docMk/>
            <pc:sldMk cId="2287495523" sldId="282"/>
            <ac:spMk id="6" creationId="{8064F0D5-E28F-42B4-96FF-8FB4F31336F0}"/>
          </ac:spMkLst>
        </pc:spChg>
        <pc:spChg chg="add del">
          <ac:chgData name="" userId="8bcc01cd6660d2ee" providerId="LiveId" clId="{941A8107-7E5D-4CCE-8760-C055F3CBB60B}" dt="2025-07-22T20:40:10.220" v="1320"/>
          <ac:spMkLst>
            <pc:docMk/>
            <pc:sldMk cId="2287495523" sldId="282"/>
            <ac:spMk id="7" creationId="{9E7F3612-06D0-4140-AA1B-E46C8D64844F}"/>
          </ac:spMkLst>
        </pc:spChg>
      </pc:sldChg>
    </pc:docChg>
  </pc:docChgLst>
  <pc:docChgLst>
    <pc:chgData userId="8bcc01cd6660d2ee" providerId="LiveId" clId="{149826F3-45F5-4894-AE8C-75C7D9E5DA65}"/>
    <pc:docChg chg="undo redo custSel addSld delSld modSld sldOrd">
      <pc:chgData name="" userId="8bcc01cd6660d2ee" providerId="LiveId" clId="{149826F3-45F5-4894-AE8C-75C7D9E5DA65}" dt="2025-05-05T17:57:16.738" v="5427" actId="20577"/>
      <pc:docMkLst>
        <pc:docMk/>
      </pc:docMkLst>
      <pc:sldChg chg="addSp delSp modSp">
        <pc:chgData name="" userId="8bcc01cd6660d2ee" providerId="LiveId" clId="{149826F3-45F5-4894-AE8C-75C7D9E5DA65}" dt="2025-05-04T17:09:02.037" v="3998" actId="20577"/>
        <pc:sldMkLst>
          <pc:docMk/>
          <pc:sldMk cId="0" sldId="256"/>
        </pc:sldMkLst>
        <pc:spChg chg="add del mod">
          <ac:chgData name="" userId="8bcc01cd6660d2ee" providerId="LiveId" clId="{149826F3-45F5-4894-AE8C-75C7D9E5DA65}" dt="2025-05-03T18:14:57.140" v="108"/>
          <ac:spMkLst>
            <pc:docMk/>
            <pc:sldMk cId="0" sldId="256"/>
            <ac:spMk id="2" creationId="{B9A3C77F-C3D1-4839-A9FF-EA29876DCDAB}"/>
          </ac:spMkLst>
        </pc:spChg>
        <pc:spChg chg="add mod">
          <ac:chgData name="" userId="8bcc01cd6660d2ee" providerId="LiveId" clId="{149826F3-45F5-4894-AE8C-75C7D9E5DA65}" dt="2025-05-04T17:09:02.037" v="3998" actId="20577"/>
          <ac:spMkLst>
            <pc:docMk/>
            <pc:sldMk cId="0" sldId="256"/>
            <ac:spMk id="2" creationId="{C5A6809F-4451-41EB-BA2C-5AA946B2787E}"/>
          </ac:spMkLst>
        </pc:spChg>
        <pc:spChg chg="add mod">
          <ac:chgData name="" userId="8bcc01cd6660d2ee" providerId="LiveId" clId="{149826F3-45F5-4894-AE8C-75C7D9E5DA65}" dt="2025-05-04T10:34:15.151" v="1529" actId="1076"/>
          <ac:spMkLst>
            <pc:docMk/>
            <pc:sldMk cId="0" sldId="256"/>
            <ac:spMk id="3" creationId="{C00A2FE9-DFF4-4044-BE8C-9D75523EFC08}"/>
          </ac:spMkLst>
        </pc:spChg>
        <pc:spChg chg="add mod">
          <ac:chgData name="" userId="8bcc01cd6660d2ee" providerId="LiveId" clId="{149826F3-45F5-4894-AE8C-75C7D9E5DA65}" dt="2025-05-04T09:26:40.996" v="530" actId="20577"/>
          <ac:spMkLst>
            <pc:docMk/>
            <pc:sldMk cId="0" sldId="256"/>
            <ac:spMk id="4" creationId="{9B842284-0F5C-4A41-9C9D-90198BDF75AE}"/>
          </ac:spMkLst>
        </pc:spChg>
        <pc:spChg chg="del">
          <ac:chgData name="" userId="8bcc01cd6660d2ee" providerId="LiveId" clId="{149826F3-45F5-4894-AE8C-75C7D9E5DA65}" dt="2025-05-03T18:08:32.525" v="0" actId="478"/>
          <ac:spMkLst>
            <pc:docMk/>
            <pc:sldMk cId="0" sldId="256"/>
            <ac:spMk id="99" creationId="{00000000-0000-0000-0000-000000000000}"/>
          </ac:spMkLst>
        </pc:spChg>
        <pc:picChg chg="add mod">
          <ac:chgData name="" userId="8bcc01cd6660d2ee" providerId="LiveId" clId="{149826F3-45F5-4894-AE8C-75C7D9E5DA65}" dt="2025-05-04T10:34:29.951" v="1530" actId="1076"/>
          <ac:picMkLst>
            <pc:docMk/>
            <pc:sldMk cId="0" sldId="256"/>
            <ac:picMk id="6" creationId="{E99E0F07-3730-481B-BE66-A06DB1309E0F}"/>
          </ac:picMkLst>
        </pc:picChg>
        <pc:picChg chg="mod">
          <ac:chgData name="" userId="8bcc01cd6660d2ee" providerId="LiveId" clId="{149826F3-45F5-4894-AE8C-75C7D9E5DA65}" dt="2025-05-03T18:13:12.658" v="96" actId="1076"/>
          <ac:picMkLst>
            <pc:docMk/>
            <pc:sldMk cId="0" sldId="256"/>
            <ac:picMk id="98" creationId="{00000000-0000-0000-0000-000000000000}"/>
          </ac:picMkLst>
        </pc:picChg>
      </pc:sldChg>
      <pc:sldChg chg="modSp">
        <pc:chgData name="" userId="8bcc01cd6660d2ee" providerId="LiveId" clId="{149826F3-45F5-4894-AE8C-75C7D9E5DA65}" dt="2025-05-05T17:57:16.738" v="5427" actId="20577"/>
        <pc:sldMkLst>
          <pc:docMk/>
          <pc:sldMk cId="0" sldId="257"/>
        </pc:sldMkLst>
        <pc:spChg chg="mod">
          <ac:chgData name="" userId="8bcc01cd6660d2ee" providerId="LiveId" clId="{149826F3-45F5-4894-AE8C-75C7D9E5DA65}" dt="2025-05-05T17:57:16.738" v="5427" actId="20577"/>
          <ac:spMkLst>
            <pc:docMk/>
            <pc:sldMk cId="0" sldId="257"/>
            <ac:spMk id="104" creationId="{00000000-0000-0000-0000-000000000000}"/>
          </ac:spMkLst>
        </pc:spChg>
        <pc:spChg chg="mod">
          <ac:chgData name="" userId="8bcc01cd6660d2ee" providerId="LiveId" clId="{149826F3-45F5-4894-AE8C-75C7D9E5DA65}" dt="2025-05-04T09:28:21.852" v="569" actId="20577"/>
          <ac:spMkLst>
            <pc:docMk/>
            <pc:sldMk cId="0" sldId="257"/>
            <ac:spMk id="105" creationId="{00000000-0000-0000-0000-000000000000}"/>
          </ac:spMkLst>
        </pc:spChg>
      </pc:sldChg>
      <pc:sldChg chg="addSp delSp modSp add del">
        <pc:chgData name="" userId="8bcc01cd6660d2ee" providerId="LiveId" clId="{149826F3-45F5-4894-AE8C-75C7D9E5DA65}" dt="2025-05-05T06:57:42.305" v="4885" actId="2696"/>
        <pc:sldMkLst>
          <pc:docMk/>
          <pc:sldMk cId="1305208781" sldId="260"/>
        </pc:sldMkLst>
        <pc:spChg chg="add mod">
          <ac:chgData name="" userId="8bcc01cd6660d2ee" providerId="LiveId" clId="{149826F3-45F5-4894-AE8C-75C7D9E5DA65}" dt="2025-05-04T10:47:07.306" v="1608" actId="1076"/>
          <ac:spMkLst>
            <pc:docMk/>
            <pc:sldMk cId="1305208781" sldId="260"/>
            <ac:spMk id="2" creationId="{EC527F0C-E894-4C70-8A27-BFE1F112BED2}"/>
          </ac:spMkLst>
        </pc:spChg>
        <pc:spChg chg="add mod">
          <ac:chgData name="" userId="8bcc01cd6660d2ee" providerId="LiveId" clId="{149826F3-45F5-4894-AE8C-75C7D9E5DA65}" dt="2025-05-04T10:47:47.206" v="1637" actId="20577"/>
          <ac:spMkLst>
            <pc:docMk/>
            <pc:sldMk cId="1305208781" sldId="260"/>
            <ac:spMk id="3" creationId="{84CD05F9-8281-4D74-BF4B-448C13C3FE5A}"/>
          </ac:spMkLst>
        </pc:spChg>
        <pc:spChg chg="add del mod">
          <ac:chgData name="" userId="8bcc01cd6660d2ee" providerId="LiveId" clId="{149826F3-45F5-4894-AE8C-75C7D9E5DA65}" dt="2025-05-04T10:21:43.366" v="1407"/>
          <ac:spMkLst>
            <pc:docMk/>
            <pc:sldMk cId="1305208781" sldId="260"/>
            <ac:spMk id="4" creationId="{ED583FB3-55D6-4C2C-8FA9-1973C9F9C42D}"/>
          </ac:spMkLst>
        </pc:spChg>
        <pc:spChg chg="add mod">
          <ac:chgData name="" userId="8bcc01cd6660d2ee" providerId="LiveId" clId="{149826F3-45F5-4894-AE8C-75C7D9E5DA65}" dt="2025-05-04T10:36:55.554" v="1542" actId="1076"/>
          <ac:spMkLst>
            <pc:docMk/>
            <pc:sldMk cId="1305208781" sldId="260"/>
            <ac:spMk id="5" creationId="{8E4B4745-D0F7-4E09-9A6A-68959C764FA8}"/>
          </ac:spMkLst>
        </pc:spChg>
        <pc:spChg chg="add mod">
          <ac:chgData name="" userId="8bcc01cd6660d2ee" providerId="LiveId" clId="{149826F3-45F5-4894-AE8C-75C7D9E5DA65}" dt="2025-05-04T10:37:02.796" v="1543" actId="1076"/>
          <ac:spMkLst>
            <pc:docMk/>
            <pc:sldMk cId="1305208781" sldId="260"/>
            <ac:spMk id="6" creationId="{82027F92-2E90-434B-AA42-943ADC215444}"/>
          </ac:spMkLst>
        </pc:spChg>
        <pc:spChg chg="add mod">
          <ac:chgData name="" userId="8bcc01cd6660d2ee" providerId="LiveId" clId="{149826F3-45F5-4894-AE8C-75C7D9E5DA65}" dt="2025-05-04T10:39:14.762" v="1594"/>
          <ac:spMkLst>
            <pc:docMk/>
            <pc:sldMk cId="1305208781" sldId="260"/>
            <ac:spMk id="7" creationId="{CA29EBD7-F073-40BA-B6AA-434A34383BEA}"/>
          </ac:spMkLst>
        </pc:spChg>
        <pc:spChg chg="add mod">
          <ac:chgData name="" userId="8bcc01cd6660d2ee" providerId="LiveId" clId="{149826F3-45F5-4894-AE8C-75C7D9E5DA65}" dt="2025-05-04T10:38:34.016" v="1586" actId="1076"/>
          <ac:spMkLst>
            <pc:docMk/>
            <pc:sldMk cId="1305208781" sldId="260"/>
            <ac:spMk id="8" creationId="{85C28FD1-23E2-4F56-8642-89C56F18E635}"/>
          </ac:spMkLst>
        </pc:spChg>
        <pc:spChg chg="add mod">
          <ac:chgData name="" userId="8bcc01cd6660d2ee" providerId="LiveId" clId="{149826F3-45F5-4894-AE8C-75C7D9E5DA65}" dt="2025-05-04T10:40:44.393" v="1602" actId="2710"/>
          <ac:spMkLst>
            <pc:docMk/>
            <pc:sldMk cId="1305208781" sldId="260"/>
            <ac:spMk id="9" creationId="{3ACA7349-E83D-4634-A3CC-B1A80F575486}"/>
          </ac:spMkLst>
        </pc:spChg>
      </pc:sldChg>
      <pc:sldChg chg="addSp modSp add">
        <pc:chgData name="" userId="8bcc01cd6660d2ee" providerId="LiveId" clId="{149826F3-45F5-4894-AE8C-75C7D9E5DA65}" dt="2025-05-04T12:40:29.415" v="3343" actId="1076"/>
        <pc:sldMkLst>
          <pc:docMk/>
          <pc:sldMk cId="2650021634" sldId="267"/>
        </pc:sldMkLst>
        <pc:spChg chg="add mod">
          <ac:chgData name="" userId="8bcc01cd6660d2ee" providerId="LiveId" clId="{149826F3-45F5-4894-AE8C-75C7D9E5DA65}" dt="2025-05-04T12:35:09.300" v="3291" actId="1076"/>
          <ac:spMkLst>
            <pc:docMk/>
            <pc:sldMk cId="2650021634" sldId="267"/>
            <ac:spMk id="2" creationId="{C35B8BC4-9D99-43C7-A0A6-AF12D05E8A70}"/>
          </ac:spMkLst>
        </pc:spChg>
        <pc:spChg chg="add mod">
          <ac:chgData name="" userId="8bcc01cd6660d2ee" providerId="LiveId" clId="{149826F3-45F5-4894-AE8C-75C7D9E5DA65}" dt="2025-05-04T12:40:24.770" v="3342" actId="1076"/>
          <ac:spMkLst>
            <pc:docMk/>
            <pc:sldMk cId="2650021634" sldId="267"/>
            <ac:spMk id="3" creationId="{A974E866-7E4C-40B3-947D-2975C5398D41}"/>
          </ac:spMkLst>
        </pc:spChg>
        <pc:spChg chg="add mod">
          <ac:chgData name="" userId="8bcc01cd6660d2ee" providerId="LiveId" clId="{149826F3-45F5-4894-AE8C-75C7D9E5DA65}" dt="2025-05-04T12:40:29.415" v="3343" actId="1076"/>
          <ac:spMkLst>
            <pc:docMk/>
            <pc:sldMk cId="2650021634" sldId="267"/>
            <ac:spMk id="5" creationId="{775558AF-9D8D-4E87-BFAC-3B06739941AD}"/>
          </ac:spMkLst>
        </pc:spChg>
        <pc:picChg chg="add mod">
          <ac:chgData name="" userId="8bcc01cd6660d2ee" providerId="LiveId" clId="{149826F3-45F5-4894-AE8C-75C7D9E5DA65}" dt="2025-05-04T12:40:03.486" v="3339" actId="14100"/>
          <ac:picMkLst>
            <pc:docMk/>
            <pc:sldMk cId="2650021634" sldId="267"/>
            <ac:picMk id="4" creationId="{78F94E19-7FE2-4143-A9AA-F65F7276D0D9}"/>
          </ac:picMkLst>
        </pc:picChg>
        <pc:picChg chg="add mod">
          <ac:chgData name="" userId="8bcc01cd6660d2ee" providerId="LiveId" clId="{149826F3-45F5-4894-AE8C-75C7D9E5DA65}" dt="2025-05-04T12:40:16.858" v="3341" actId="1076"/>
          <ac:picMkLst>
            <pc:docMk/>
            <pc:sldMk cId="2650021634" sldId="267"/>
            <ac:picMk id="6" creationId="{3F1FB3F1-DA83-40D7-B243-F6D5FBE53589}"/>
          </ac:picMkLst>
        </pc:picChg>
      </pc:sldChg>
      <pc:sldChg chg="addSp delSp modSp add">
        <pc:chgData name="" userId="8bcc01cd6660d2ee" providerId="LiveId" clId="{149826F3-45F5-4894-AE8C-75C7D9E5DA65}" dt="2025-05-04T17:45:10.391" v="4534" actId="1076"/>
        <pc:sldMkLst>
          <pc:docMk/>
          <pc:sldMk cId="3802979225" sldId="279"/>
        </pc:sldMkLst>
        <pc:spChg chg="add mod">
          <ac:chgData name="" userId="8bcc01cd6660d2ee" providerId="LiveId" clId="{149826F3-45F5-4894-AE8C-75C7D9E5DA65}" dt="2025-05-04T17:26:20.484" v="4329" actId="207"/>
          <ac:spMkLst>
            <pc:docMk/>
            <pc:sldMk cId="3802979225" sldId="279"/>
            <ac:spMk id="2" creationId="{D2F3454C-9E29-4502-8BF1-31A7A39FB2F8}"/>
          </ac:spMkLst>
        </pc:spChg>
        <pc:spChg chg="add del mod">
          <ac:chgData name="" userId="8bcc01cd6660d2ee" providerId="LiveId" clId="{149826F3-45F5-4894-AE8C-75C7D9E5DA65}" dt="2025-05-04T17:44:27.877" v="4527" actId="478"/>
          <ac:spMkLst>
            <pc:docMk/>
            <pc:sldMk cId="3802979225" sldId="279"/>
            <ac:spMk id="3" creationId="{4157EECA-0241-4531-B0DE-EEE74645541D}"/>
          </ac:spMkLst>
        </pc:spChg>
        <pc:spChg chg="add del">
          <ac:chgData name="" userId="8bcc01cd6660d2ee" providerId="LiveId" clId="{149826F3-45F5-4894-AE8C-75C7D9E5DA65}" dt="2025-05-04T17:27:40.597" v="4333"/>
          <ac:spMkLst>
            <pc:docMk/>
            <pc:sldMk cId="3802979225" sldId="279"/>
            <ac:spMk id="4" creationId="{C3CCB5D7-6E95-46B5-A36E-BCFD2EC905AE}"/>
          </ac:spMkLst>
        </pc:spChg>
        <pc:spChg chg="add del mod">
          <ac:chgData name="" userId="8bcc01cd6660d2ee" providerId="LiveId" clId="{149826F3-45F5-4894-AE8C-75C7D9E5DA65}" dt="2025-05-04T17:45:10.391" v="4534" actId="1076"/>
          <ac:spMkLst>
            <pc:docMk/>
            <pc:sldMk cId="3802979225" sldId="279"/>
            <ac:spMk id="5" creationId="{F118DD7D-3DBC-4CFD-AEE1-060F7C6EB96C}"/>
          </ac:spMkLst>
        </pc:spChg>
      </pc:sldChg>
      <pc:sldMasterChg chg="delSldLayout">
        <pc:chgData name="" userId="8bcc01cd6660d2ee" providerId="LiveId" clId="{149826F3-45F5-4894-AE8C-75C7D9E5DA65}" dt="2025-05-05T06:23:42.865" v="4865" actId="2696"/>
        <pc:sldMasterMkLst>
          <pc:docMk/>
          <pc:sldMasterMk cId="0"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3" r:id="rId3"/>
    <p:sldLayoutId id="2147483654" r:id="rId4"/>
    <p:sldLayoutId id="2147483655" r:id="rId5"/>
    <p:sldLayoutId id="2147483656" r:id="rId6"/>
    <p:sldLayoutId id="2147483657" r:id="rId7"/>
    <p:sldLayoutId id="2147483658" r:id="rId8"/>
    <p:sldLayoutId id="214748365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linkedin.com/in/atharva-shirwalkar-5a5071350"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github.com/sawantsahil19" TargetMode="External"/><Relationship Id="rId5" Type="http://schemas.openxmlformats.org/officeDocument/2006/relationships/hyperlink" Target="https://github.com/Atharva9912" TargetMode="External"/><Relationship Id="rId4" Type="http://schemas.openxmlformats.org/officeDocument/2006/relationships/hyperlink" Target="http://www.linkedin.com/in/sahil-sawant-0a13371b1/"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app.powerbi.com/groups/me/reports/5d2ad7a5-3538-460d-9c54-4af497037f35/af20e66bb79201146e28?experience=power-bi"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1" y="-587814"/>
            <a:ext cx="12190815" cy="6694098"/>
          </a:xfrm>
          <a:prstGeom prst="rect">
            <a:avLst/>
          </a:prstGeom>
          <a:noFill/>
          <a:ln>
            <a:noFill/>
          </a:ln>
        </p:spPr>
      </p:pic>
      <p:sp>
        <p:nvSpPr>
          <p:cNvPr id="3" name="TextBox 2">
            <a:extLst>
              <a:ext uri="{FF2B5EF4-FFF2-40B4-BE49-F238E27FC236}">
                <a16:creationId xmlns:a16="http://schemas.microsoft.com/office/drawing/2014/main" id="{C00A2FE9-DFF4-4044-BE8C-9D75523EFC08}"/>
              </a:ext>
            </a:extLst>
          </p:cNvPr>
          <p:cNvSpPr txBox="1"/>
          <p:nvPr/>
        </p:nvSpPr>
        <p:spPr>
          <a:xfrm>
            <a:off x="3225537" y="3288350"/>
            <a:ext cx="5740924" cy="1692771"/>
          </a:xfrm>
          <a:prstGeom prst="rect">
            <a:avLst/>
          </a:prstGeom>
          <a:noFill/>
        </p:spPr>
        <p:txBody>
          <a:bodyPr wrap="square" rtlCol="0">
            <a:spAutoFit/>
          </a:bodyPr>
          <a:lstStyle/>
          <a:p>
            <a:pPr algn="ctr"/>
            <a:r>
              <a:rPr lang="en-US" sz="2600" b="1" dirty="0">
                <a:solidFill>
                  <a:schemeClr val="accent1">
                    <a:lumMod val="75000"/>
                  </a:schemeClr>
                </a:solidFill>
                <a:latin typeface="Times New Roman" panose="02020603050405020304" pitchFamily="18" charset="0"/>
                <a:cs typeface="Times New Roman" panose="02020603050405020304" pitchFamily="18" charset="0"/>
              </a:rPr>
              <a:t>Customer Churn Analysis</a:t>
            </a:r>
          </a:p>
          <a:p>
            <a:pPr algn="ctr"/>
            <a:r>
              <a:rPr lang="en-US" sz="2600" b="1" dirty="0">
                <a:solidFill>
                  <a:schemeClr val="accent1">
                    <a:lumMod val="75000"/>
                  </a:schemeClr>
                </a:solidFill>
                <a:latin typeface="Times New Roman" panose="02020603050405020304" pitchFamily="18" charset="0"/>
                <a:cs typeface="Times New Roman" panose="02020603050405020304" pitchFamily="18" charset="0"/>
              </a:rPr>
              <a:t>on</a:t>
            </a:r>
          </a:p>
          <a:p>
            <a:pPr algn="ctr"/>
            <a:r>
              <a:rPr lang="en-US" sz="2600" b="1" dirty="0">
                <a:solidFill>
                  <a:schemeClr val="accent2">
                    <a:lumMod val="75000"/>
                  </a:schemeClr>
                </a:solidFill>
                <a:latin typeface="Times New Roman" panose="02020603050405020304" pitchFamily="18" charset="0"/>
                <a:cs typeface="Times New Roman" panose="02020603050405020304" pitchFamily="18" charset="0"/>
              </a:rPr>
              <a:t>Telco Customer Churn Dataset  </a:t>
            </a:r>
          </a:p>
          <a:p>
            <a:pPr algn="ctr"/>
            <a:endParaRPr lang="en-US" sz="26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C5A6809F-4451-41EB-BA2C-5AA946B2787E}"/>
              </a:ext>
            </a:extLst>
          </p:cNvPr>
          <p:cNvSpPr txBox="1"/>
          <p:nvPr/>
        </p:nvSpPr>
        <p:spPr>
          <a:xfrm>
            <a:off x="3591612" y="5057480"/>
            <a:ext cx="4666267" cy="738664"/>
          </a:xfrm>
          <a:prstGeom prst="rect">
            <a:avLst/>
          </a:prstGeom>
          <a:noFill/>
        </p:spPr>
        <p:txBody>
          <a:bodyPr wrap="square" rtlCol="0">
            <a:spAutoFit/>
          </a:bodyPr>
          <a:lstStyle/>
          <a:p>
            <a:pPr algn="ctr"/>
            <a:r>
              <a:rPr lang="en-US" dirty="0">
                <a:solidFill>
                  <a:schemeClr val="bg1">
                    <a:lumMod val="50000"/>
                  </a:schemeClr>
                </a:solidFill>
                <a:latin typeface="Times New Roman" panose="02020603050405020304" pitchFamily="18" charset="0"/>
                <a:cs typeface="Times New Roman" panose="02020603050405020304" pitchFamily="18" charset="0"/>
              </a:rPr>
              <a:t>Prepared by:</a:t>
            </a:r>
          </a:p>
          <a:p>
            <a:pPr algn="ctr"/>
            <a:endParaRPr lang="en-US" dirty="0">
              <a:solidFill>
                <a:schemeClr val="bg1">
                  <a:lumMod val="50000"/>
                </a:schemeClr>
              </a:solidFill>
              <a:latin typeface="Times New Roman" panose="02020603050405020304" pitchFamily="18" charset="0"/>
              <a:cs typeface="Times New Roman" panose="02020603050405020304" pitchFamily="18" charset="0"/>
            </a:endParaRPr>
          </a:p>
          <a:p>
            <a:pPr algn="ctr"/>
            <a:r>
              <a:rPr lang="en-US" dirty="0">
                <a:solidFill>
                  <a:schemeClr val="bg1">
                    <a:lumMod val="50000"/>
                  </a:schemeClr>
                </a:solidFill>
                <a:latin typeface="Times New Roman" panose="02020603050405020304" pitchFamily="18" charset="0"/>
                <a:cs typeface="Times New Roman" panose="02020603050405020304" pitchFamily="18" charset="0"/>
              </a:rPr>
              <a:t>        Sahil Sawant      |     Atharva Shirwalkar</a:t>
            </a:r>
          </a:p>
        </p:txBody>
      </p:sp>
      <p:sp>
        <p:nvSpPr>
          <p:cNvPr id="4" name="TextBox 3">
            <a:extLst>
              <a:ext uri="{FF2B5EF4-FFF2-40B4-BE49-F238E27FC236}">
                <a16:creationId xmlns:a16="http://schemas.microsoft.com/office/drawing/2014/main" id="{9B842284-0F5C-4A41-9C9D-90198BDF75AE}"/>
              </a:ext>
            </a:extLst>
          </p:cNvPr>
          <p:cNvSpPr txBox="1"/>
          <p:nvPr/>
        </p:nvSpPr>
        <p:spPr>
          <a:xfrm>
            <a:off x="443060" y="6182643"/>
            <a:ext cx="2347274" cy="307777"/>
          </a:xfrm>
          <a:prstGeom prst="rect">
            <a:avLst/>
          </a:prstGeom>
          <a:noFill/>
        </p:spPr>
        <p:txBody>
          <a:bodyPr wrap="square" rtlCol="0">
            <a:spAutoFit/>
          </a:bodyPr>
          <a:lstStyle/>
          <a:p>
            <a:r>
              <a:rPr lang="en-US" dirty="0">
                <a:solidFill>
                  <a:schemeClr val="bg1">
                    <a:lumMod val="50000"/>
                  </a:schemeClr>
                </a:solidFill>
                <a:latin typeface="Times New Roman" panose="02020603050405020304" pitchFamily="18" charset="0"/>
                <a:cs typeface="Times New Roman" panose="02020603050405020304" pitchFamily="18" charset="0"/>
              </a:rPr>
              <a:t>Mentored by:    Prasad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616191" y="1016033"/>
            <a:ext cx="9036855" cy="5509160"/>
          </a:xfrm>
          <a:prstGeom prst="rect">
            <a:avLst/>
          </a:prstGeom>
          <a:noFill/>
          <a:ln>
            <a:noFill/>
          </a:ln>
        </p:spPr>
        <p:txBody>
          <a:bodyPr spcFirstLastPara="1" wrap="square" lIns="91425" tIns="45700" rIns="91425" bIns="45700" anchor="t" anchorCtr="0">
            <a:spAutoFit/>
          </a:bodyPr>
          <a:lstStyle/>
          <a:p>
            <a:pPr marL="285750" marR="0" lvl="0" indent="-285750" algn="just" rtl="0">
              <a:spcBef>
                <a:spcPts val="0"/>
              </a:spcBef>
              <a:spcAft>
                <a:spcPts val="0"/>
              </a:spcAft>
              <a:buClr>
                <a:schemeClr val="dk1"/>
              </a:buClr>
              <a:buSzPts val="1800"/>
              <a:buFont typeface="Wingdings" panose="05000000000000000000" pitchFamily="2" charset="2"/>
              <a:buChar char="Ø"/>
            </a:pPr>
            <a:r>
              <a:rPr lang="en-IN" sz="1600" b="1" i="0" u="none" strike="noStrike" cap="none" dirty="0">
                <a:solidFill>
                  <a:schemeClr val="accent1"/>
                </a:solidFill>
                <a:latin typeface="Calibri"/>
                <a:ea typeface="Calibri"/>
                <a:cs typeface="Calibri"/>
                <a:sym typeface="Calibri"/>
              </a:rPr>
              <a:t>Background ? </a:t>
            </a:r>
            <a:endParaRPr lang="en-IN" sz="1600" b="1" dirty="0">
              <a:solidFill>
                <a:schemeClr val="accent1"/>
              </a:solidFill>
              <a:latin typeface="Calibri"/>
              <a:ea typeface="Calibri"/>
              <a:cs typeface="Calibri"/>
              <a:sym typeface="Calibri"/>
            </a:endParaRPr>
          </a:p>
          <a:p>
            <a:pPr marL="285750" marR="0" lvl="0" indent="-285750" algn="just" rtl="0">
              <a:spcBef>
                <a:spcPts val="0"/>
              </a:spcBef>
              <a:spcAft>
                <a:spcPts val="0"/>
              </a:spcAft>
              <a:buClr>
                <a:schemeClr val="dk1"/>
              </a:buClr>
              <a:buSzPts val="1800"/>
              <a:buFont typeface="Arial" panose="020B0604020202020204" pitchFamily="34" charset="0"/>
              <a:buChar char="•"/>
            </a:pPr>
            <a:r>
              <a:rPr lang="en-IN" sz="1600" dirty="0">
                <a:solidFill>
                  <a:schemeClr val="dk1"/>
                </a:solidFill>
                <a:latin typeface="Calibri"/>
                <a:ea typeface="Calibri"/>
                <a:cs typeface="Calibri"/>
                <a:sym typeface="Calibri"/>
              </a:rPr>
              <a:t>Atharva Shirwalkar: Bachelor of Engineering (Mechanical)</a:t>
            </a:r>
          </a:p>
          <a:p>
            <a:pPr marL="285750" lvl="0" indent="-285750" algn="just">
              <a:buClr>
                <a:schemeClr val="dk1"/>
              </a:buClr>
              <a:buSzPts val="1800"/>
              <a:buFont typeface="Arial" panose="020B0604020202020204" pitchFamily="34" charset="0"/>
              <a:buChar char="•"/>
            </a:pPr>
            <a:r>
              <a:rPr lang="en-IN" sz="1600" i="0" u="none" strike="noStrike" cap="none" dirty="0">
                <a:solidFill>
                  <a:schemeClr val="dk1"/>
                </a:solidFill>
                <a:latin typeface="Calibri"/>
                <a:ea typeface="Calibri"/>
                <a:cs typeface="Calibri"/>
                <a:sym typeface="Calibri"/>
              </a:rPr>
              <a:t>Sahil Sawant:  </a:t>
            </a:r>
            <a:r>
              <a:rPr lang="en-IN" sz="1600" dirty="0">
                <a:solidFill>
                  <a:schemeClr val="dk1"/>
                </a:solidFill>
                <a:latin typeface="Calibri"/>
                <a:ea typeface="Calibri"/>
                <a:cs typeface="Calibri"/>
                <a:sym typeface="Calibri"/>
              </a:rPr>
              <a:t>Bachelor of Engineering (Mechanical)</a:t>
            </a:r>
          </a:p>
          <a:p>
            <a:pPr lvl="0" algn="just">
              <a:buClr>
                <a:schemeClr val="dk1"/>
              </a:buClr>
              <a:buSzPts val="1800"/>
            </a:pPr>
            <a:endParaRPr sz="1600" b="1" i="0" u="none" strike="noStrike" cap="none" dirty="0">
              <a:solidFill>
                <a:schemeClr val="dk1"/>
              </a:solidFill>
              <a:latin typeface="Calibri"/>
              <a:ea typeface="Calibri"/>
              <a:cs typeface="Calibri"/>
              <a:sym typeface="Calibri"/>
            </a:endParaRPr>
          </a:p>
          <a:p>
            <a:pPr marL="285750" marR="0" lvl="0" indent="-285750" algn="just" rtl="0">
              <a:spcBef>
                <a:spcPts val="0"/>
              </a:spcBef>
              <a:spcAft>
                <a:spcPts val="0"/>
              </a:spcAft>
              <a:buClr>
                <a:schemeClr val="dk1"/>
              </a:buClr>
              <a:buSzPts val="1800"/>
              <a:buFont typeface="Wingdings" panose="05000000000000000000" pitchFamily="2" charset="2"/>
              <a:buChar char="Ø"/>
            </a:pPr>
            <a:r>
              <a:rPr lang="en-IN" sz="1600" b="1" i="0" u="none" strike="noStrike" cap="none" dirty="0">
                <a:solidFill>
                  <a:schemeClr val="accent1"/>
                </a:solidFill>
                <a:latin typeface="Calibri"/>
                <a:ea typeface="Calibri"/>
                <a:cs typeface="Calibri"/>
                <a:sym typeface="Calibri"/>
              </a:rPr>
              <a:t>Why </a:t>
            </a:r>
            <a:r>
              <a:rPr lang="en-IN" sz="1600" b="1" dirty="0">
                <a:solidFill>
                  <a:schemeClr val="accent1"/>
                </a:solidFill>
                <a:latin typeface="Calibri"/>
                <a:ea typeface="Calibri"/>
                <a:cs typeface="Calibri"/>
                <a:sym typeface="Calibri"/>
              </a:rPr>
              <a:t>did we</a:t>
            </a:r>
            <a:r>
              <a:rPr lang="en-IN" sz="1600" b="1" i="0" u="none" strike="noStrike" cap="none" dirty="0">
                <a:solidFill>
                  <a:schemeClr val="accent1"/>
                </a:solidFill>
                <a:latin typeface="Calibri"/>
                <a:ea typeface="Calibri"/>
                <a:cs typeface="Calibri"/>
                <a:sym typeface="Calibri"/>
              </a:rPr>
              <a:t> want to learn Data Science?</a:t>
            </a:r>
          </a:p>
          <a:p>
            <a:pPr marL="285750" marR="0" lvl="0" indent="-285750" algn="just" rtl="0">
              <a:spcBef>
                <a:spcPts val="0"/>
              </a:spcBef>
              <a:spcAft>
                <a:spcPts val="0"/>
              </a:spcAft>
              <a:buClr>
                <a:schemeClr val="dk1"/>
              </a:buClr>
              <a:buSzPts val="1800"/>
              <a:buFont typeface="Arial" panose="020B0604020202020204" pitchFamily="34" charset="0"/>
              <a:buChar char="•"/>
            </a:pPr>
            <a:r>
              <a:rPr lang="en-IN" sz="1600" dirty="0">
                <a:solidFill>
                  <a:schemeClr val="dk1"/>
                </a:solidFill>
                <a:latin typeface="Calibri"/>
                <a:ea typeface="Calibri"/>
                <a:cs typeface="Calibri"/>
                <a:sym typeface="Calibri"/>
              </a:rPr>
              <a:t>As working professionals in the purchase and quality departments, we both had to deal with large amounts of data on daily basis.</a:t>
            </a:r>
          </a:p>
          <a:p>
            <a:pPr marL="285750" marR="0" lvl="0" indent="-285750" algn="just" rtl="0">
              <a:spcBef>
                <a:spcPts val="0"/>
              </a:spcBef>
              <a:spcAft>
                <a:spcPts val="0"/>
              </a:spcAft>
              <a:buClr>
                <a:schemeClr val="dk1"/>
              </a:buClr>
              <a:buSzPts val="1800"/>
              <a:buFont typeface="Arial" panose="020B0604020202020204" pitchFamily="34" charset="0"/>
              <a:buChar char="•"/>
            </a:pPr>
            <a:r>
              <a:rPr lang="en-IN" sz="1600" dirty="0">
                <a:solidFill>
                  <a:schemeClr val="dk1"/>
                </a:solidFill>
                <a:latin typeface="Calibri"/>
                <a:ea typeface="Calibri"/>
                <a:cs typeface="Calibri"/>
                <a:sym typeface="Calibri"/>
              </a:rPr>
              <a:t>Our profile required us to make data driven decisions for a smooth functionality of supply chain.</a:t>
            </a:r>
          </a:p>
          <a:p>
            <a:pPr marL="285750" lvl="0" indent="-285750" algn="just">
              <a:buClr>
                <a:schemeClr val="dk1"/>
              </a:buClr>
              <a:buSzPts val="1800"/>
              <a:buFont typeface="Arial" panose="020B0604020202020204" pitchFamily="34" charset="0"/>
              <a:buChar char="•"/>
            </a:pPr>
            <a:r>
              <a:rPr lang="en-US" sz="1600" dirty="0">
                <a:solidFill>
                  <a:schemeClr val="dk1"/>
                </a:solidFill>
                <a:latin typeface="Calibri"/>
                <a:ea typeface="Calibri"/>
                <a:cs typeface="Calibri"/>
              </a:rPr>
              <a:t>This hands-on exposure gradually ignited our interest in understanding how data could be leveraged more efficiently and intelligently.</a:t>
            </a:r>
          </a:p>
          <a:p>
            <a:pPr marL="285750" lvl="0" indent="-285750" algn="just">
              <a:buClr>
                <a:schemeClr val="dk1"/>
              </a:buClr>
              <a:buSzPts val="1800"/>
              <a:buFont typeface="Arial" panose="020B0604020202020204" pitchFamily="34" charset="0"/>
              <a:buChar char="•"/>
            </a:pPr>
            <a:r>
              <a:rPr lang="en-IN" sz="1600" dirty="0">
                <a:solidFill>
                  <a:schemeClr val="dk1"/>
                </a:solidFill>
                <a:latin typeface="Calibri"/>
                <a:ea typeface="Calibri"/>
                <a:cs typeface="Calibri"/>
                <a:sym typeface="Calibri"/>
              </a:rPr>
              <a:t>These experiences helped us to find our passion in this profession.</a:t>
            </a:r>
          </a:p>
          <a:p>
            <a:pPr marR="0" lvl="0" algn="just" rtl="0">
              <a:spcBef>
                <a:spcPts val="0"/>
              </a:spcBef>
              <a:spcAft>
                <a:spcPts val="0"/>
              </a:spcAft>
              <a:buClr>
                <a:schemeClr val="dk1"/>
              </a:buClr>
              <a:buSzPts val="1800"/>
            </a:pPr>
            <a:r>
              <a:rPr lang="en-IN" sz="1600" b="1" i="0" u="none" strike="noStrike" cap="none" dirty="0">
                <a:solidFill>
                  <a:schemeClr val="dk1"/>
                </a:solidFill>
                <a:latin typeface="Calibri"/>
                <a:ea typeface="Calibri"/>
                <a:cs typeface="Calibri"/>
                <a:sym typeface="Calibri"/>
              </a:rPr>
              <a:t> </a:t>
            </a:r>
            <a:endParaRPr sz="1600" b="1" i="0" u="none" strike="noStrike" cap="none" dirty="0">
              <a:solidFill>
                <a:schemeClr val="dk1"/>
              </a:solidFill>
              <a:latin typeface="Calibri"/>
              <a:ea typeface="Calibri"/>
              <a:cs typeface="Calibri"/>
              <a:sym typeface="Calibri"/>
            </a:endParaRPr>
          </a:p>
          <a:p>
            <a:pPr marL="285750" marR="0" lvl="0" indent="-285750" algn="just" rtl="0">
              <a:spcBef>
                <a:spcPts val="0"/>
              </a:spcBef>
              <a:spcAft>
                <a:spcPts val="0"/>
              </a:spcAft>
              <a:buClr>
                <a:schemeClr val="dk1"/>
              </a:buClr>
              <a:buSzPts val="1800"/>
              <a:buFont typeface="Wingdings" panose="05000000000000000000" pitchFamily="2" charset="2"/>
              <a:buChar char="Ø"/>
            </a:pPr>
            <a:r>
              <a:rPr lang="en-IN" sz="1600" b="1" i="0" u="none" strike="noStrike" cap="none" dirty="0">
                <a:solidFill>
                  <a:schemeClr val="accent1"/>
                </a:solidFill>
                <a:latin typeface="Calibri"/>
                <a:ea typeface="Calibri"/>
                <a:cs typeface="Calibri"/>
                <a:sym typeface="Calibri"/>
              </a:rPr>
              <a:t>Any work experience?</a:t>
            </a:r>
          </a:p>
          <a:p>
            <a:pPr marL="285750" marR="0" lvl="0" indent="-285750" algn="just" rtl="0">
              <a:spcBef>
                <a:spcPts val="0"/>
              </a:spcBef>
              <a:spcAft>
                <a:spcPts val="0"/>
              </a:spcAft>
              <a:buClr>
                <a:schemeClr val="dk1"/>
              </a:buClr>
              <a:buSzPts val="1800"/>
              <a:buFont typeface="Arial" panose="020B0604020202020204" pitchFamily="34" charset="0"/>
              <a:buChar char="•"/>
            </a:pPr>
            <a:r>
              <a:rPr lang="en-IN" sz="1600" b="1" dirty="0">
                <a:solidFill>
                  <a:schemeClr val="tx1"/>
                </a:solidFill>
                <a:latin typeface="Calibri"/>
                <a:ea typeface="Calibri"/>
                <a:cs typeface="Calibri"/>
                <a:sym typeface="Calibri"/>
              </a:rPr>
              <a:t>Atharva Shirwalkar: </a:t>
            </a:r>
            <a:r>
              <a:rPr lang="en-IN" sz="1600" dirty="0">
                <a:solidFill>
                  <a:schemeClr val="tx1"/>
                </a:solidFill>
                <a:latin typeface="Calibri"/>
                <a:ea typeface="Calibri"/>
                <a:cs typeface="Calibri"/>
                <a:sym typeface="Calibri"/>
              </a:rPr>
              <a:t>1.5+ Years Experience as </a:t>
            </a:r>
            <a:r>
              <a:rPr lang="en-IN" sz="1600" b="1" dirty="0">
                <a:solidFill>
                  <a:schemeClr val="tx1"/>
                </a:solidFill>
                <a:latin typeface="Calibri"/>
                <a:ea typeface="Calibri"/>
                <a:cs typeface="Calibri"/>
                <a:sym typeface="Calibri"/>
              </a:rPr>
              <a:t>Quality Control Engineer</a:t>
            </a:r>
          </a:p>
          <a:p>
            <a:pPr marL="285750" marR="0" lvl="0" indent="-285750" algn="just" rtl="0">
              <a:spcBef>
                <a:spcPts val="0"/>
              </a:spcBef>
              <a:spcAft>
                <a:spcPts val="0"/>
              </a:spcAft>
              <a:buClr>
                <a:schemeClr val="dk1"/>
              </a:buClr>
              <a:buSzPts val="1800"/>
              <a:buFont typeface="Arial" panose="020B0604020202020204" pitchFamily="34" charset="0"/>
              <a:buChar char="•"/>
            </a:pPr>
            <a:r>
              <a:rPr lang="en-IN" sz="1600" b="1" i="0" u="none" strike="noStrike" cap="none" dirty="0">
                <a:solidFill>
                  <a:schemeClr val="tx1"/>
                </a:solidFill>
                <a:latin typeface="Calibri"/>
                <a:ea typeface="Calibri"/>
                <a:cs typeface="Calibri"/>
                <a:sym typeface="Calibri"/>
              </a:rPr>
              <a:t>Sahil Sawant: </a:t>
            </a:r>
            <a:r>
              <a:rPr lang="en-IN" sz="1600" i="0" u="none" strike="noStrike" cap="none" dirty="0">
                <a:solidFill>
                  <a:schemeClr val="tx1"/>
                </a:solidFill>
                <a:latin typeface="Calibri"/>
                <a:ea typeface="Calibri"/>
                <a:cs typeface="Calibri"/>
                <a:sym typeface="Calibri"/>
              </a:rPr>
              <a:t>2+ Years Experience as </a:t>
            </a:r>
            <a:r>
              <a:rPr lang="en-IN" sz="1600" b="1" i="0" u="none" strike="noStrike" cap="none" dirty="0">
                <a:solidFill>
                  <a:schemeClr val="tx1"/>
                </a:solidFill>
                <a:latin typeface="Calibri"/>
                <a:ea typeface="Calibri"/>
                <a:cs typeface="Calibri"/>
                <a:sym typeface="Calibri"/>
              </a:rPr>
              <a:t>Design and Purchase Engineer</a:t>
            </a:r>
          </a:p>
          <a:p>
            <a:pPr marR="0" lvl="0" algn="just" rtl="0">
              <a:spcBef>
                <a:spcPts val="0"/>
              </a:spcBef>
              <a:spcAft>
                <a:spcPts val="0"/>
              </a:spcAft>
              <a:buClr>
                <a:schemeClr val="dk1"/>
              </a:buClr>
              <a:buSzPts val="1800"/>
            </a:pPr>
            <a:endParaRPr sz="1600" b="1" i="0" u="none" strike="noStrike" cap="none" dirty="0">
              <a:solidFill>
                <a:schemeClr val="dk1"/>
              </a:solidFill>
              <a:latin typeface="Calibri"/>
              <a:ea typeface="Calibri"/>
              <a:cs typeface="Calibri"/>
              <a:sym typeface="Calibri"/>
            </a:endParaRPr>
          </a:p>
          <a:p>
            <a:pPr marL="285750" marR="0" lvl="0" indent="-285750" algn="just" rtl="0">
              <a:spcBef>
                <a:spcPts val="0"/>
              </a:spcBef>
              <a:spcAft>
                <a:spcPts val="0"/>
              </a:spcAft>
              <a:buClr>
                <a:schemeClr val="dk1"/>
              </a:buClr>
              <a:buSzPts val="1800"/>
              <a:buFont typeface="Wingdings" panose="05000000000000000000" pitchFamily="2" charset="2"/>
              <a:buChar char="Ø"/>
            </a:pPr>
            <a:r>
              <a:rPr lang="en-IN" sz="1600" b="1" dirty="0">
                <a:solidFill>
                  <a:schemeClr val="accent1"/>
                </a:solidFill>
                <a:latin typeface="Calibri"/>
                <a:ea typeface="Calibri"/>
                <a:cs typeface="Calibri"/>
                <a:sym typeface="Calibri"/>
              </a:rPr>
              <a:t>Share your linkedin and github profile urls:</a:t>
            </a:r>
          </a:p>
          <a:p>
            <a:pPr marL="285750" lvl="0" indent="-285750" algn="just">
              <a:buClr>
                <a:schemeClr val="dk1"/>
              </a:buClr>
              <a:buSzPts val="1800"/>
              <a:buFont typeface="Arial" panose="020B0604020202020204" pitchFamily="34" charset="0"/>
              <a:buChar char="•"/>
            </a:pPr>
            <a:r>
              <a:rPr lang="en-IN" sz="1600" b="1" dirty="0">
                <a:solidFill>
                  <a:schemeClr val="tx1"/>
                </a:solidFill>
                <a:latin typeface="Calibri"/>
                <a:ea typeface="Calibri"/>
                <a:cs typeface="Calibri"/>
                <a:sym typeface="Calibri"/>
              </a:rPr>
              <a:t>Atharva’s LinkedIN : </a:t>
            </a:r>
            <a:r>
              <a:rPr lang="en-IN" sz="1600" dirty="0">
                <a:solidFill>
                  <a:schemeClr val="tx1"/>
                </a:solidFill>
                <a:latin typeface="Calibri"/>
                <a:ea typeface="Calibri"/>
                <a:cs typeface="Calibri"/>
                <a:sym typeface="Calibri"/>
                <a:hlinkClick r:id="rId3" tooltip="https://www.linkedin.com/in/atharva-shirwalkar-5a5071350"/>
              </a:rPr>
              <a:t>https://www.linkedin.com/in/atharva-shirwalkar-5a5071350</a:t>
            </a:r>
            <a:endParaRPr lang="en-IN" sz="1600" dirty="0">
              <a:solidFill>
                <a:schemeClr val="tx1"/>
              </a:solidFill>
              <a:latin typeface="Calibri"/>
              <a:ea typeface="Calibri"/>
              <a:cs typeface="Calibri"/>
              <a:sym typeface="Calibri"/>
            </a:endParaRPr>
          </a:p>
          <a:p>
            <a:pPr marL="285750" lvl="0" indent="-285750" algn="just">
              <a:buClr>
                <a:schemeClr val="dk1"/>
              </a:buClr>
              <a:buSzPts val="1800"/>
              <a:buFont typeface="Arial" panose="020B0604020202020204" pitchFamily="34" charset="0"/>
              <a:buChar char="•"/>
            </a:pPr>
            <a:r>
              <a:rPr lang="en-IN" sz="1600" b="1" dirty="0">
                <a:solidFill>
                  <a:schemeClr val="tx1"/>
                </a:solidFill>
                <a:latin typeface="Calibri"/>
                <a:ea typeface="Calibri"/>
                <a:cs typeface="Calibri"/>
                <a:sym typeface="Calibri"/>
              </a:rPr>
              <a:t>Sahil’s LinkedIN : </a:t>
            </a:r>
            <a:r>
              <a:rPr lang="en-IN" sz="1600" dirty="0">
                <a:solidFill>
                  <a:schemeClr val="tx1"/>
                </a:solidFill>
                <a:latin typeface="Calibri"/>
                <a:ea typeface="Calibri"/>
                <a:cs typeface="Calibri"/>
                <a:sym typeface="Calibri"/>
                <a:hlinkClick r:id="rId4"/>
              </a:rPr>
              <a:t>http://www.linkedin.com/in/sahil-sawant-0a13371b1/</a:t>
            </a:r>
            <a:endParaRPr lang="en-IN" sz="1600" dirty="0">
              <a:solidFill>
                <a:schemeClr val="tx1"/>
              </a:solidFill>
              <a:latin typeface="Calibri"/>
              <a:ea typeface="Calibri"/>
              <a:cs typeface="Calibri"/>
              <a:sym typeface="Calibri"/>
            </a:endParaRPr>
          </a:p>
          <a:p>
            <a:pPr marL="285750" lvl="0" indent="-285750" algn="just">
              <a:buClr>
                <a:schemeClr val="dk1"/>
              </a:buClr>
              <a:buSzPts val="1800"/>
              <a:buFont typeface="Arial" panose="020B0604020202020204" pitchFamily="34" charset="0"/>
              <a:buChar char="•"/>
            </a:pPr>
            <a:endParaRPr lang="en-IN" sz="1600" b="1" dirty="0">
              <a:solidFill>
                <a:schemeClr val="tx1"/>
              </a:solidFill>
              <a:latin typeface="Calibri"/>
              <a:ea typeface="Calibri"/>
              <a:cs typeface="Calibri"/>
              <a:sym typeface="Calibri"/>
            </a:endParaRPr>
          </a:p>
          <a:p>
            <a:pPr marL="285750" lvl="0" indent="-285750" algn="just">
              <a:buClr>
                <a:schemeClr val="dk1"/>
              </a:buClr>
              <a:buSzPts val="1800"/>
              <a:buFont typeface="Arial" panose="020B0604020202020204" pitchFamily="34" charset="0"/>
              <a:buChar char="•"/>
            </a:pPr>
            <a:r>
              <a:rPr lang="en-IN" sz="1600" b="1" dirty="0">
                <a:solidFill>
                  <a:schemeClr val="tx1"/>
                </a:solidFill>
                <a:latin typeface="Calibri"/>
                <a:ea typeface="Calibri"/>
                <a:cs typeface="Calibri"/>
                <a:sym typeface="Calibri"/>
              </a:rPr>
              <a:t>Atharva’s GitHub: </a:t>
            </a:r>
            <a:r>
              <a:rPr lang="en-IN" sz="1600" dirty="0">
                <a:solidFill>
                  <a:schemeClr val="tx1"/>
                </a:solidFill>
                <a:latin typeface="Calibri"/>
                <a:ea typeface="Calibri"/>
                <a:cs typeface="Calibri"/>
                <a:sym typeface="Calibri"/>
                <a:hlinkClick r:id="rId5"/>
              </a:rPr>
              <a:t>https://github.com/Atharva9912</a:t>
            </a:r>
            <a:endParaRPr lang="en-IN" sz="1600" dirty="0">
              <a:solidFill>
                <a:schemeClr val="tx1"/>
              </a:solidFill>
              <a:latin typeface="Calibri"/>
              <a:ea typeface="Calibri"/>
              <a:cs typeface="Calibri"/>
              <a:sym typeface="Calibri"/>
            </a:endParaRPr>
          </a:p>
          <a:p>
            <a:pPr marL="285750" lvl="0" indent="-285750" algn="just">
              <a:buClr>
                <a:schemeClr val="dk1"/>
              </a:buClr>
              <a:buSzPts val="1800"/>
              <a:buFont typeface="Arial" panose="020B0604020202020204" pitchFamily="34" charset="0"/>
              <a:buChar char="•"/>
            </a:pPr>
            <a:r>
              <a:rPr lang="en-IN" sz="1600" b="1" dirty="0">
                <a:solidFill>
                  <a:schemeClr val="tx1"/>
                </a:solidFill>
                <a:latin typeface="Calibri"/>
                <a:ea typeface="Calibri"/>
                <a:cs typeface="Calibri"/>
                <a:sym typeface="Calibri"/>
              </a:rPr>
              <a:t>Sahil’s GitHub: </a:t>
            </a:r>
            <a:r>
              <a:rPr lang="en-IN" sz="1600" dirty="0">
                <a:solidFill>
                  <a:schemeClr val="tx1"/>
                </a:solidFill>
                <a:latin typeface="Calibri"/>
                <a:ea typeface="Calibri"/>
                <a:cs typeface="Calibri"/>
                <a:sym typeface="Calibri"/>
                <a:hlinkClick r:id="rId6"/>
              </a:rPr>
              <a:t>https://github.com/sawantsahil19</a:t>
            </a:r>
            <a:endParaRPr sz="1600" dirty="0">
              <a:solidFill>
                <a:schemeClr val="tx1"/>
              </a:solidFill>
              <a:latin typeface="Calibri"/>
              <a:ea typeface="Calibri"/>
              <a:cs typeface="Calibri"/>
              <a:sym typeface="Calibri"/>
            </a:endParaRPr>
          </a:p>
        </p:txBody>
      </p:sp>
      <p:sp>
        <p:nvSpPr>
          <p:cNvPr id="105" name="Google Shape;105;p3"/>
          <p:cNvSpPr txBox="1"/>
          <p:nvPr/>
        </p:nvSpPr>
        <p:spPr>
          <a:xfrm>
            <a:off x="427656" y="407127"/>
            <a:ext cx="6099463" cy="495905"/>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dirty="0">
                <a:solidFill>
                  <a:srgbClr val="FF0000"/>
                </a:solidFill>
                <a:latin typeface="Lato Black"/>
                <a:ea typeface="Lato Black"/>
                <a:cs typeface="Lato Black"/>
                <a:sym typeface="Lato Black"/>
              </a:rPr>
              <a:t>About </a:t>
            </a:r>
            <a:r>
              <a:rPr lang="en-IN" sz="3200" dirty="0">
                <a:solidFill>
                  <a:srgbClr val="FF0000"/>
                </a:solidFill>
                <a:latin typeface="Lato Black"/>
                <a:ea typeface="Lato Black"/>
                <a:cs typeface="Lato Black"/>
                <a:sym typeface="Lato Black"/>
              </a:rPr>
              <a:t>us:</a:t>
            </a:r>
            <a:endParaRPr sz="1800" b="0" i="0" u="none" strike="noStrike" cap="none" dirty="0">
              <a:solidFill>
                <a:srgbClr val="FF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C527F0C-E894-4C70-8A27-BFE1F112BED2}"/>
              </a:ext>
            </a:extLst>
          </p:cNvPr>
          <p:cNvSpPr txBox="1"/>
          <p:nvPr/>
        </p:nvSpPr>
        <p:spPr>
          <a:xfrm>
            <a:off x="433109" y="257580"/>
            <a:ext cx="4996102" cy="918711"/>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0" indent="0">
              <a:lnSpc>
                <a:spcPct val="90000"/>
              </a:lnSpc>
              <a:buClr>
                <a:srgbClr val="FF0000"/>
              </a:buClr>
              <a:buSzPts val="4400"/>
              <a:buFont typeface="Calibri"/>
              <a:buNone/>
              <a:defRPr sz="4400" b="1">
                <a:solidFill>
                  <a:srgbClr val="FF0000"/>
                </a:solidFill>
                <a:latin typeface="Calibri"/>
                <a:ea typeface="Calibri"/>
                <a:cs typeface="Calibri"/>
                <a:sym typeface="Calibri"/>
              </a:defRPr>
            </a:lvl1pPr>
            <a:lvl2pPr>
              <a:buSzPts val="1400"/>
              <a:buNone/>
              <a:defRPr sz="1800"/>
            </a:lvl2pPr>
            <a:lvl3pPr>
              <a:buSzPts val="1400"/>
              <a:buNone/>
              <a:defRPr sz="1800"/>
            </a:lvl3pPr>
            <a:lvl4pPr>
              <a:buSzPts val="1400"/>
              <a:buNone/>
              <a:defRPr sz="1800"/>
            </a:lvl4pPr>
            <a:lvl5pPr>
              <a:buSzPts val="1400"/>
              <a:buNone/>
              <a:defRPr sz="1800"/>
            </a:lvl5pPr>
            <a:lvl6pPr>
              <a:buSzPts val="1400"/>
              <a:buNone/>
              <a:defRPr sz="1800"/>
            </a:lvl6pPr>
            <a:lvl7pPr>
              <a:buSzPts val="1400"/>
              <a:buNone/>
              <a:defRPr sz="1800"/>
            </a:lvl7pPr>
            <a:lvl8pPr>
              <a:buSzPts val="1400"/>
              <a:buNone/>
              <a:defRPr sz="1800"/>
            </a:lvl8pPr>
            <a:lvl9pPr>
              <a:buSzPts val="1400"/>
              <a:buNone/>
              <a:defRPr sz="1800"/>
            </a:lvl9pPr>
          </a:lstStyle>
          <a:p>
            <a:r>
              <a:rPr lang="en-US" u="sng" dirty="0"/>
              <a:t>Project</a:t>
            </a:r>
            <a:r>
              <a:rPr lang="en-US" dirty="0"/>
              <a:t> </a:t>
            </a:r>
            <a:r>
              <a:rPr lang="en-US" u="sng" dirty="0"/>
              <a:t>Overview</a:t>
            </a:r>
            <a:r>
              <a:rPr lang="en-US" dirty="0"/>
              <a:t>:</a:t>
            </a:r>
          </a:p>
        </p:txBody>
      </p:sp>
      <p:sp>
        <p:nvSpPr>
          <p:cNvPr id="3" name="TextBox 2">
            <a:extLst>
              <a:ext uri="{FF2B5EF4-FFF2-40B4-BE49-F238E27FC236}">
                <a16:creationId xmlns:a16="http://schemas.microsoft.com/office/drawing/2014/main" id="{84CD05F9-8281-4D74-BF4B-448C13C3FE5A}"/>
              </a:ext>
            </a:extLst>
          </p:cNvPr>
          <p:cNvSpPr txBox="1"/>
          <p:nvPr/>
        </p:nvSpPr>
        <p:spPr>
          <a:xfrm flipH="1">
            <a:off x="433109" y="1094144"/>
            <a:ext cx="10774838" cy="3586110"/>
          </a:xfrm>
          <a:prstGeom prst="rect">
            <a:avLst/>
          </a:prstGeom>
          <a:noFill/>
        </p:spPr>
        <p:txBody>
          <a:bodyPr wrap="square" rtlCol="0">
            <a:spAutoFit/>
          </a:bodyPr>
          <a:lstStyle>
            <a:defPPr marR="0" lvl="0" algn="l" rtl="0">
              <a:lnSpc>
                <a:spcPct val="100000"/>
              </a:lnSpc>
              <a:spcBef>
                <a:spcPts val="0"/>
              </a:spcBef>
              <a:spcAft>
                <a:spcPts val="0"/>
              </a:spcAft>
              <a:defRPr/>
            </a:defPPr>
            <a:lvl1pPr>
              <a:defRPr sz="1800"/>
            </a:lvl1pPr>
          </a:lstStyle>
          <a:p>
            <a:pPr>
              <a:lnSpc>
                <a:spcPct val="150000"/>
              </a:lnSpc>
            </a:pPr>
            <a:r>
              <a:rPr lang="en-US" sz="1600" dirty="0"/>
              <a:t>This project analyzes customer churn patterns using the Telco Customer Churn dataset. The purpose of this project is to identify key churn drivers and revenue impact to support customer retention strategies. </a:t>
            </a:r>
          </a:p>
          <a:p>
            <a:pPr>
              <a:lnSpc>
                <a:spcPct val="150000"/>
              </a:lnSpc>
            </a:pPr>
            <a:r>
              <a:rPr lang="en-US" sz="1600" dirty="0"/>
              <a:t>This dataset includes:</a:t>
            </a:r>
          </a:p>
          <a:p>
            <a:pPr marL="285750" indent="-285750">
              <a:lnSpc>
                <a:spcPct val="200000"/>
              </a:lnSpc>
              <a:buFont typeface="Wingdings" panose="05000000000000000000" pitchFamily="2" charset="2"/>
              <a:buChar char="§"/>
            </a:pPr>
            <a:r>
              <a:rPr lang="en-US" sz="1600" b="1" dirty="0"/>
              <a:t>Customer demographics</a:t>
            </a:r>
          </a:p>
          <a:p>
            <a:pPr marL="285750" indent="-285750">
              <a:lnSpc>
                <a:spcPct val="200000"/>
              </a:lnSpc>
              <a:buFont typeface="Wingdings" panose="05000000000000000000" pitchFamily="2" charset="2"/>
              <a:buChar char="§"/>
            </a:pPr>
            <a:r>
              <a:rPr lang="en-US" sz="1600" b="1" dirty="0"/>
              <a:t>Tenure </a:t>
            </a:r>
            <a:r>
              <a:rPr lang="en-US" sz="1600" dirty="0"/>
              <a:t>and</a:t>
            </a:r>
            <a:r>
              <a:rPr lang="en-US" sz="1600" b="1" dirty="0"/>
              <a:t> Contract details </a:t>
            </a:r>
          </a:p>
          <a:p>
            <a:pPr marL="285750" indent="-285750">
              <a:lnSpc>
                <a:spcPct val="200000"/>
              </a:lnSpc>
              <a:buFont typeface="Wingdings" panose="05000000000000000000" pitchFamily="2" charset="2"/>
              <a:buChar char="§"/>
            </a:pPr>
            <a:r>
              <a:rPr lang="en-US" sz="1600" b="1" dirty="0"/>
              <a:t>Internet </a:t>
            </a:r>
            <a:r>
              <a:rPr lang="en-US" sz="1600" dirty="0"/>
              <a:t>and</a:t>
            </a:r>
            <a:r>
              <a:rPr lang="en-US" sz="1600" b="1" dirty="0"/>
              <a:t> Add-on Services </a:t>
            </a:r>
          </a:p>
          <a:p>
            <a:pPr marL="285750" indent="-285750">
              <a:lnSpc>
                <a:spcPct val="200000"/>
              </a:lnSpc>
              <a:buFont typeface="Wingdings" panose="05000000000000000000" pitchFamily="2" charset="2"/>
              <a:buChar char="§"/>
            </a:pPr>
            <a:r>
              <a:rPr lang="en-US" sz="1600" b="1" dirty="0"/>
              <a:t>Billing </a:t>
            </a:r>
            <a:r>
              <a:rPr lang="en-US" sz="1600" dirty="0"/>
              <a:t>and</a:t>
            </a:r>
            <a:r>
              <a:rPr lang="en-US" sz="1600" b="1" dirty="0"/>
              <a:t> Payment Methods</a:t>
            </a:r>
          </a:p>
          <a:p>
            <a:pPr marL="285750" indent="-285750">
              <a:lnSpc>
                <a:spcPct val="200000"/>
              </a:lnSpc>
              <a:buFont typeface="Wingdings" panose="05000000000000000000" pitchFamily="2" charset="2"/>
              <a:buChar char="§"/>
            </a:pPr>
            <a:r>
              <a:rPr lang="en-US" sz="1600" b="1" dirty="0"/>
              <a:t> Churn status.</a:t>
            </a:r>
          </a:p>
        </p:txBody>
      </p:sp>
      <p:sp>
        <p:nvSpPr>
          <p:cNvPr id="7" name="TextBox 6">
            <a:extLst>
              <a:ext uri="{FF2B5EF4-FFF2-40B4-BE49-F238E27FC236}">
                <a16:creationId xmlns:a16="http://schemas.microsoft.com/office/drawing/2014/main" id="{CA29EBD7-F073-40BA-B6AA-434A34383BEA}"/>
              </a:ext>
            </a:extLst>
          </p:cNvPr>
          <p:cNvSpPr txBox="1"/>
          <p:nvPr/>
        </p:nvSpPr>
        <p:spPr>
          <a:xfrm flipH="1">
            <a:off x="433109" y="5357272"/>
            <a:ext cx="9842421" cy="416011"/>
          </a:xfrm>
          <a:prstGeom prst="rect">
            <a:avLst/>
          </a:prstGeom>
          <a:noFill/>
        </p:spPr>
        <p:txBody>
          <a:bodyPr wrap="square" rtlCol="0">
            <a:spAutoFit/>
          </a:bodyPr>
          <a:lstStyle>
            <a:defPPr marR="0" lvl="0" algn="l" rtl="0">
              <a:lnSpc>
                <a:spcPct val="100000"/>
              </a:lnSpc>
              <a:spcBef>
                <a:spcPts val="0"/>
              </a:spcBef>
              <a:spcAft>
                <a:spcPts val="0"/>
              </a:spcAft>
            </a:defPPr>
            <a:lvl1pPr>
              <a:defRPr sz="2400"/>
            </a:lvl1pPr>
          </a:lstStyle>
          <a:p>
            <a:pPr>
              <a:lnSpc>
                <a:spcPct val="150000"/>
              </a:lnSpc>
            </a:pPr>
            <a:r>
              <a:rPr lang="en-US" sz="1600" dirty="0"/>
              <a:t>To create an Interactive Power BI dashboard to make data-driven business decisions.</a:t>
            </a:r>
          </a:p>
        </p:txBody>
      </p:sp>
      <p:sp>
        <p:nvSpPr>
          <p:cNvPr id="11" name="TextBox 10">
            <a:extLst>
              <a:ext uri="{FF2B5EF4-FFF2-40B4-BE49-F238E27FC236}">
                <a16:creationId xmlns:a16="http://schemas.microsoft.com/office/drawing/2014/main" id="{87FD0180-7FA2-4B6D-8852-D6568FC1198D}"/>
              </a:ext>
            </a:extLst>
          </p:cNvPr>
          <p:cNvSpPr txBox="1"/>
          <p:nvPr/>
        </p:nvSpPr>
        <p:spPr>
          <a:xfrm>
            <a:off x="433109" y="4801227"/>
            <a:ext cx="3045382" cy="594848"/>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RPr/>
            </a:defPPr>
            <a:lvl1pPr marL="0" indent="0">
              <a:lnSpc>
                <a:spcPct val="90000"/>
              </a:lnSpc>
              <a:buClr>
                <a:srgbClr val="FF0000"/>
              </a:buClr>
              <a:buSzPts val="4400"/>
              <a:buFont typeface="Calibri"/>
              <a:buNone/>
              <a:defRPr sz="2400" b="1">
                <a:solidFill>
                  <a:schemeClr val="accent1">
                    <a:lumMod val="75000"/>
                  </a:schemeClr>
                </a:solidFill>
                <a:latin typeface="Calibri"/>
                <a:ea typeface="Calibri"/>
                <a:cs typeface="Calibri"/>
              </a:defRPr>
            </a:lvl1pPr>
            <a:lvl2pPr>
              <a:buSzPts val="1400"/>
              <a:buNone/>
              <a:defRPr sz="1800"/>
            </a:lvl2pPr>
            <a:lvl3pPr>
              <a:buSzPts val="1400"/>
              <a:buNone/>
              <a:defRPr sz="1800"/>
            </a:lvl3pPr>
            <a:lvl4pPr>
              <a:buSzPts val="1400"/>
              <a:buNone/>
              <a:defRPr sz="1800"/>
            </a:lvl4pPr>
            <a:lvl5pPr>
              <a:buSzPts val="1400"/>
              <a:buNone/>
              <a:defRPr sz="1800"/>
            </a:lvl5pPr>
            <a:lvl6pPr>
              <a:buSzPts val="1400"/>
              <a:buNone/>
              <a:defRPr sz="1800"/>
            </a:lvl6pPr>
            <a:lvl7pPr>
              <a:buSzPts val="1400"/>
              <a:buNone/>
              <a:defRPr sz="1800"/>
            </a:lvl7pPr>
            <a:lvl8pPr>
              <a:buSzPts val="1400"/>
              <a:buNone/>
              <a:defRPr sz="1800"/>
            </a:lvl8pPr>
            <a:lvl9pPr>
              <a:buSzPts val="1400"/>
              <a:buNone/>
              <a:defRPr sz="1800"/>
            </a:lvl9pPr>
          </a:lstStyle>
          <a:p>
            <a:r>
              <a:rPr lang="en-US" u="sng" dirty="0"/>
              <a:t>Objective</a:t>
            </a:r>
            <a:r>
              <a:rPr lang="en-US" dirty="0"/>
              <a:t>:</a:t>
            </a:r>
          </a:p>
        </p:txBody>
      </p:sp>
    </p:spTree>
    <p:extLst>
      <p:ext uri="{BB962C8B-B14F-4D97-AF65-F5344CB8AC3E}">
        <p14:creationId xmlns:p14="http://schemas.microsoft.com/office/powerpoint/2010/main" val="13052087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5B8BC4-9D99-43C7-A0A6-AF12D05E8A70}"/>
              </a:ext>
            </a:extLst>
          </p:cNvPr>
          <p:cNvSpPr txBox="1"/>
          <p:nvPr/>
        </p:nvSpPr>
        <p:spPr>
          <a:xfrm>
            <a:off x="441958" y="443978"/>
            <a:ext cx="4683760" cy="594848"/>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indent="0">
              <a:lnSpc>
                <a:spcPct val="90000"/>
              </a:lnSpc>
              <a:buClr>
                <a:srgbClr val="FF0000"/>
              </a:buClr>
              <a:buSzPts val="4400"/>
              <a:buFont typeface="Calibri"/>
              <a:buNone/>
              <a:defRPr sz="4400" b="1">
                <a:solidFill>
                  <a:srgbClr val="FF0000"/>
                </a:solidFill>
                <a:latin typeface="Calibri"/>
                <a:ea typeface="Calibri"/>
                <a:cs typeface="Calibri"/>
                <a:sym typeface="Calibri"/>
              </a:defRPr>
            </a:lvl1pPr>
            <a:lvl2pPr>
              <a:buSzPts val="1400"/>
              <a:buNone/>
              <a:defRPr sz="1800"/>
            </a:lvl2pPr>
            <a:lvl3pPr>
              <a:buSzPts val="1400"/>
              <a:buNone/>
              <a:defRPr sz="1800"/>
            </a:lvl3pPr>
            <a:lvl4pPr>
              <a:buSzPts val="1400"/>
              <a:buNone/>
              <a:defRPr sz="1800"/>
            </a:lvl4pPr>
            <a:lvl5pPr>
              <a:buSzPts val="1400"/>
              <a:buNone/>
              <a:defRPr sz="1800"/>
            </a:lvl5pPr>
            <a:lvl6pPr>
              <a:buSzPts val="1400"/>
              <a:buNone/>
              <a:defRPr sz="1800"/>
            </a:lvl6pPr>
            <a:lvl7pPr>
              <a:buSzPts val="1400"/>
              <a:buNone/>
              <a:defRPr sz="1800"/>
            </a:lvl7pPr>
            <a:lvl8pPr>
              <a:buSzPts val="1400"/>
              <a:buNone/>
              <a:defRPr sz="1800"/>
            </a:lvl8pPr>
            <a:lvl9pPr>
              <a:buSzPts val="1400"/>
              <a:buNone/>
              <a:defRPr sz="1800"/>
            </a:lvl9pPr>
          </a:lstStyle>
          <a:p>
            <a:r>
              <a:rPr lang="en-US" sz="4000" u="sng" dirty="0">
                <a:solidFill>
                  <a:schemeClr val="accent1">
                    <a:lumMod val="75000"/>
                  </a:schemeClr>
                </a:solidFill>
              </a:rPr>
              <a:t>Data</a:t>
            </a:r>
            <a:r>
              <a:rPr lang="en-US" sz="4000" dirty="0">
                <a:solidFill>
                  <a:schemeClr val="accent1">
                    <a:lumMod val="75000"/>
                  </a:schemeClr>
                </a:solidFill>
              </a:rPr>
              <a:t> </a:t>
            </a:r>
            <a:r>
              <a:rPr lang="en-US" sz="4000" u="sng" dirty="0">
                <a:solidFill>
                  <a:schemeClr val="accent1">
                    <a:lumMod val="75000"/>
                  </a:schemeClr>
                </a:solidFill>
              </a:rPr>
              <a:t>Preparation</a:t>
            </a:r>
            <a:r>
              <a:rPr lang="en-US" sz="4000" dirty="0">
                <a:solidFill>
                  <a:schemeClr val="accent1">
                    <a:lumMod val="75000"/>
                  </a:schemeClr>
                </a:solidFill>
              </a:rPr>
              <a:t>:</a:t>
            </a:r>
          </a:p>
        </p:txBody>
      </p:sp>
      <p:sp>
        <p:nvSpPr>
          <p:cNvPr id="3" name="TextBox 2">
            <a:extLst>
              <a:ext uri="{FF2B5EF4-FFF2-40B4-BE49-F238E27FC236}">
                <a16:creationId xmlns:a16="http://schemas.microsoft.com/office/drawing/2014/main" id="{A974E866-7E4C-40B3-947D-2975C5398D41}"/>
              </a:ext>
            </a:extLst>
          </p:cNvPr>
          <p:cNvSpPr txBox="1"/>
          <p:nvPr/>
        </p:nvSpPr>
        <p:spPr>
          <a:xfrm flipH="1">
            <a:off x="1077129" y="1413003"/>
            <a:ext cx="2311401" cy="369332"/>
          </a:xfrm>
          <a:prstGeom prst="rect">
            <a:avLst/>
          </a:prstGeom>
          <a:noFill/>
        </p:spPr>
        <p:txBody>
          <a:bodyPr wrap="square" rtlCol="0">
            <a:spAutoFit/>
          </a:bodyPr>
          <a:lstStyle/>
          <a:p>
            <a:r>
              <a:rPr lang="en-US" sz="1800" b="1" dirty="0"/>
              <a:t>Before Conversion:</a:t>
            </a:r>
          </a:p>
        </p:txBody>
      </p:sp>
      <p:sp>
        <p:nvSpPr>
          <p:cNvPr id="5" name="TextBox 4">
            <a:extLst>
              <a:ext uri="{FF2B5EF4-FFF2-40B4-BE49-F238E27FC236}">
                <a16:creationId xmlns:a16="http://schemas.microsoft.com/office/drawing/2014/main" id="{775558AF-9D8D-4E87-BFAC-3B06739941AD}"/>
              </a:ext>
            </a:extLst>
          </p:cNvPr>
          <p:cNvSpPr txBox="1"/>
          <p:nvPr/>
        </p:nvSpPr>
        <p:spPr>
          <a:xfrm flipH="1">
            <a:off x="6619843" y="1413003"/>
            <a:ext cx="2311401" cy="369332"/>
          </a:xfrm>
          <a:prstGeom prst="rect">
            <a:avLst/>
          </a:prstGeom>
          <a:noFill/>
        </p:spPr>
        <p:txBody>
          <a:bodyPr wrap="square" rtlCol="0">
            <a:spAutoFit/>
          </a:bodyPr>
          <a:lstStyle/>
          <a:p>
            <a:r>
              <a:rPr lang="en-US" sz="1800" b="1" dirty="0"/>
              <a:t>After Conversion:</a:t>
            </a:r>
          </a:p>
        </p:txBody>
      </p:sp>
      <p:pic>
        <p:nvPicPr>
          <p:cNvPr id="8" name="Picture 7">
            <a:extLst>
              <a:ext uri="{FF2B5EF4-FFF2-40B4-BE49-F238E27FC236}">
                <a16:creationId xmlns:a16="http://schemas.microsoft.com/office/drawing/2014/main" id="{BEB959EF-E0E1-4B3D-B617-78641AF06F2A}"/>
              </a:ext>
            </a:extLst>
          </p:cNvPr>
          <p:cNvPicPr>
            <a:picLocks noChangeAspect="1"/>
          </p:cNvPicPr>
          <p:nvPr/>
        </p:nvPicPr>
        <p:blipFill>
          <a:blip r:embed="rId2"/>
          <a:stretch>
            <a:fillRect/>
          </a:stretch>
        </p:blipFill>
        <p:spPr>
          <a:xfrm>
            <a:off x="1376773" y="2156513"/>
            <a:ext cx="1712114" cy="1607632"/>
          </a:xfrm>
          <a:prstGeom prst="rect">
            <a:avLst/>
          </a:prstGeom>
          <a:ln w="19050">
            <a:solidFill>
              <a:schemeClr val="tx1"/>
            </a:solidFill>
          </a:ln>
        </p:spPr>
      </p:pic>
      <p:pic>
        <p:nvPicPr>
          <p:cNvPr id="9" name="Picture 8">
            <a:extLst>
              <a:ext uri="{FF2B5EF4-FFF2-40B4-BE49-F238E27FC236}">
                <a16:creationId xmlns:a16="http://schemas.microsoft.com/office/drawing/2014/main" id="{6999F650-4DE8-4703-883F-0367DAB1B762}"/>
              </a:ext>
            </a:extLst>
          </p:cNvPr>
          <p:cNvPicPr>
            <a:picLocks noChangeAspect="1"/>
          </p:cNvPicPr>
          <p:nvPr/>
        </p:nvPicPr>
        <p:blipFill rotWithShape="1">
          <a:blip r:embed="rId3"/>
          <a:srcRect l="7772" t="6242" r="3898" b="1661"/>
          <a:stretch/>
        </p:blipFill>
        <p:spPr>
          <a:xfrm>
            <a:off x="6938125" y="2156513"/>
            <a:ext cx="1370945" cy="1607633"/>
          </a:xfrm>
          <a:prstGeom prst="rect">
            <a:avLst/>
          </a:prstGeom>
          <a:ln w="19050">
            <a:solidFill>
              <a:schemeClr val="tx1"/>
            </a:solidFill>
          </a:ln>
        </p:spPr>
      </p:pic>
      <p:pic>
        <p:nvPicPr>
          <p:cNvPr id="10" name="Picture 9">
            <a:extLst>
              <a:ext uri="{FF2B5EF4-FFF2-40B4-BE49-F238E27FC236}">
                <a16:creationId xmlns:a16="http://schemas.microsoft.com/office/drawing/2014/main" id="{1CEB39F1-6CE4-477C-BF8B-D4E29E031357}"/>
              </a:ext>
            </a:extLst>
          </p:cNvPr>
          <p:cNvPicPr>
            <a:picLocks noChangeAspect="1"/>
          </p:cNvPicPr>
          <p:nvPr/>
        </p:nvPicPr>
        <p:blipFill rotWithShape="1">
          <a:blip r:embed="rId4"/>
          <a:srcRect l="3156" t="6250" r="2634" b="3189"/>
          <a:stretch/>
        </p:blipFill>
        <p:spPr>
          <a:xfrm>
            <a:off x="1150070" y="4374036"/>
            <a:ext cx="2177592" cy="1263193"/>
          </a:xfrm>
          <a:prstGeom prst="rect">
            <a:avLst/>
          </a:prstGeom>
          <a:ln w="19050">
            <a:solidFill>
              <a:schemeClr val="tx1"/>
            </a:solidFill>
          </a:ln>
        </p:spPr>
      </p:pic>
      <p:pic>
        <p:nvPicPr>
          <p:cNvPr id="11" name="Picture 10">
            <a:extLst>
              <a:ext uri="{FF2B5EF4-FFF2-40B4-BE49-F238E27FC236}">
                <a16:creationId xmlns:a16="http://schemas.microsoft.com/office/drawing/2014/main" id="{16D776DA-F815-4B75-9D9A-BF8AEE93EF09}"/>
              </a:ext>
            </a:extLst>
          </p:cNvPr>
          <p:cNvPicPr>
            <a:picLocks noChangeAspect="1"/>
          </p:cNvPicPr>
          <p:nvPr/>
        </p:nvPicPr>
        <p:blipFill rotWithShape="1">
          <a:blip r:embed="rId5"/>
          <a:srcRect l="2807" t="10563" r="2982" b="6876"/>
          <a:stretch/>
        </p:blipFill>
        <p:spPr>
          <a:xfrm>
            <a:off x="6686748" y="4440025"/>
            <a:ext cx="2177592" cy="1197204"/>
          </a:xfrm>
          <a:prstGeom prst="rect">
            <a:avLst/>
          </a:prstGeom>
          <a:ln w="19050">
            <a:solidFill>
              <a:schemeClr val="tx1"/>
            </a:solidFill>
          </a:ln>
        </p:spPr>
      </p:pic>
      <p:sp>
        <p:nvSpPr>
          <p:cNvPr id="12" name="Arrow: Right 11">
            <a:extLst>
              <a:ext uri="{FF2B5EF4-FFF2-40B4-BE49-F238E27FC236}">
                <a16:creationId xmlns:a16="http://schemas.microsoft.com/office/drawing/2014/main" id="{81BA6B4D-3879-4CDD-9AD1-B56F8F8059D5}"/>
              </a:ext>
            </a:extLst>
          </p:cNvPr>
          <p:cNvSpPr/>
          <p:nvPr/>
        </p:nvSpPr>
        <p:spPr>
          <a:xfrm>
            <a:off x="4643334" y="2729372"/>
            <a:ext cx="964768" cy="46191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Arrow: Right 12">
            <a:extLst>
              <a:ext uri="{FF2B5EF4-FFF2-40B4-BE49-F238E27FC236}">
                <a16:creationId xmlns:a16="http://schemas.microsoft.com/office/drawing/2014/main" id="{2C4DB15B-3B22-4E11-B265-6CEE75065D58}"/>
              </a:ext>
            </a:extLst>
          </p:cNvPr>
          <p:cNvSpPr/>
          <p:nvPr/>
        </p:nvSpPr>
        <p:spPr>
          <a:xfrm>
            <a:off x="4643334" y="4774675"/>
            <a:ext cx="964768" cy="461914"/>
          </a:xfrm>
          <a:prstGeom prst="rightArrow">
            <a:avLst/>
          </a:prstGeom>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4" name="TextBox 13">
            <a:extLst>
              <a:ext uri="{FF2B5EF4-FFF2-40B4-BE49-F238E27FC236}">
                <a16:creationId xmlns:a16="http://schemas.microsoft.com/office/drawing/2014/main" id="{44F60D6B-EA92-4F06-ADB7-69636C868E3A}"/>
              </a:ext>
            </a:extLst>
          </p:cNvPr>
          <p:cNvSpPr txBox="1"/>
          <p:nvPr/>
        </p:nvSpPr>
        <p:spPr>
          <a:xfrm flipH="1">
            <a:off x="508943" y="2064504"/>
            <a:ext cx="405637" cy="369332"/>
          </a:xfrm>
          <a:prstGeom prst="rect">
            <a:avLst/>
          </a:prstGeom>
          <a:noFill/>
        </p:spPr>
        <p:txBody>
          <a:bodyPr wrap="square" rtlCol="0">
            <a:spAutoFit/>
          </a:bodyPr>
          <a:lstStyle/>
          <a:p>
            <a:r>
              <a:rPr lang="en-US" sz="1800" b="1" dirty="0"/>
              <a:t>1)</a:t>
            </a:r>
          </a:p>
        </p:txBody>
      </p:sp>
      <p:sp>
        <p:nvSpPr>
          <p:cNvPr id="15" name="TextBox 14">
            <a:extLst>
              <a:ext uri="{FF2B5EF4-FFF2-40B4-BE49-F238E27FC236}">
                <a16:creationId xmlns:a16="http://schemas.microsoft.com/office/drawing/2014/main" id="{72D89C30-2924-40E2-B287-D7DAE06B14C6}"/>
              </a:ext>
            </a:extLst>
          </p:cNvPr>
          <p:cNvSpPr txBox="1"/>
          <p:nvPr/>
        </p:nvSpPr>
        <p:spPr>
          <a:xfrm flipH="1">
            <a:off x="508943" y="4374036"/>
            <a:ext cx="405637" cy="369332"/>
          </a:xfrm>
          <a:prstGeom prst="rect">
            <a:avLst/>
          </a:prstGeom>
          <a:noFill/>
        </p:spPr>
        <p:txBody>
          <a:bodyPr wrap="square" rtlCol="0">
            <a:spAutoFit/>
          </a:bodyPr>
          <a:lstStyle/>
          <a:p>
            <a:r>
              <a:rPr lang="en-US" sz="1800" b="1" dirty="0"/>
              <a:t>2)</a:t>
            </a:r>
          </a:p>
        </p:txBody>
      </p:sp>
    </p:spTree>
    <p:extLst>
      <p:ext uri="{BB962C8B-B14F-4D97-AF65-F5344CB8AC3E}">
        <p14:creationId xmlns:p14="http://schemas.microsoft.com/office/powerpoint/2010/main" val="2650021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19EC3D4-FAED-41FE-ADC7-3482455BF090}"/>
              </a:ext>
            </a:extLst>
          </p:cNvPr>
          <p:cNvPicPr>
            <a:picLocks noChangeAspect="1"/>
          </p:cNvPicPr>
          <p:nvPr/>
        </p:nvPicPr>
        <p:blipFill rotWithShape="1">
          <a:blip r:embed="rId2"/>
          <a:srcRect l="3258" r="33341"/>
          <a:stretch/>
        </p:blipFill>
        <p:spPr>
          <a:xfrm>
            <a:off x="2139885" y="793890"/>
            <a:ext cx="1219016" cy="3155941"/>
          </a:xfrm>
          <a:prstGeom prst="rect">
            <a:avLst/>
          </a:prstGeom>
          <a:ln w="19050">
            <a:solidFill>
              <a:schemeClr val="tx1"/>
            </a:solidFill>
          </a:ln>
        </p:spPr>
      </p:pic>
      <p:pic>
        <p:nvPicPr>
          <p:cNvPr id="3" name="Picture 2">
            <a:extLst>
              <a:ext uri="{FF2B5EF4-FFF2-40B4-BE49-F238E27FC236}">
                <a16:creationId xmlns:a16="http://schemas.microsoft.com/office/drawing/2014/main" id="{45AFE74A-51A6-480C-A9C7-C104B176A486}"/>
              </a:ext>
            </a:extLst>
          </p:cNvPr>
          <p:cNvPicPr>
            <a:picLocks noChangeAspect="1"/>
          </p:cNvPicPr>
          <p:nvPr/>
        </p:nvPicPr>
        <p:blipFill rotWithShape="1">
          <a:blip r:embed="rId3"/>
          <a:srcRect l="3253"/>
          <a:stretch/>
        </p:blipFill>
        <p:spPr>
          <a:xfrm>
            <a:off x="6985262" y="1324469"/>
            <a:ext cx="2488676" cy="1555042"/>
          </a:xfrm>
          <a:prstGeom prst="rect">
            <a:avLst/>
          </a:prstGeom>
          <a:ln w="19050">
            <a:solidFill>
              <a:schemeClr val="tx1"/>
            </a:solidFill>
          </a:ln>
        </p:spPr>
      </p:pic>
      <p:pic>
        <p:nvPicPr>
          <p:cNvPr id="4" name="Picture 3">
            <a:extLst>
              <a:ext uri="{FF2B5EF4-FFF2-40B4-BE49-F238E27FC236}">
                <a16:creationId xmlns:a16="http://schemas.microsoft.com/office/drawing/2014/main" id="{78399358-686C-4AFA-96FA-A234C0545A3B}"/>
              </a:ext>
            </a:extLst>
          </p:cNvPr>
          <p:cNvPicPr>
            <a:picLocks noChangeAspect="1"/>
          </p:cNvPicPr>
          <p:nvPr/>
        </p:nvPicPr>
        <p:blipFill rotWithShape="1">
          <a:blip r:embed="rId4"/>
          <a:srcRect l="1368" t="2776" r="552" b="3622"/>
          <a:stretch/>
        </p:blipFill>
        <p:spPr>
          <a:xfrm>
            <a:off x="1055802" y="4788816"/>
            <a:ext cx="9803876" cy="1102938"/>
          </a:xfrm>
          <a:prstGeom prst="rect">
            <a:avLst/>
          </a:prstGeom>
          <a:ln w="19050">
            <a:solidFill>
              <a:schemeClr val="tx1"/>
            </a:solidFill>
          </a:ln>
        </p:spPr>
      </p:pic>
      <p:sp>
        <p:nvSpPr>
          <p:cNvPr id="5" name="Arrow: Right 4">
            <a:extLst>
              <a:ext uri="{FF2B5EF4-FFF2-40B4-BE49-F238E27FC236}">
                <a16:creationId xmlns:a16="http://schemas.microsoft.com/office/drawing/2014/main" id="{C05AB27B-30A4-42FD-AEA8-D3CB600FF430}"/>
              </a:ext>
            </a:extLst>
          </p:cNvPr>
          <p:cNvSpPr/>
          <p:nvPr/>
        </p:nvSpPr>
        <p:spPr>
          <a:xfrm>
            <a:off x="4851294" y="1979628"/>
            <a:ext cx="964768" cy="461914"/>
          </a:xfrm>
          <a:prstGeom prst="rightArrow">
            <a:avLst/>
          </a:prstGeom>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6" name="TextBox 5">
            <a:extLst>
              <a:ext uri="{FF2B5EF4-FFF2-40B4-BE49-F238E27FC236}">
                <a16:creationId xmlns:a16="http://schemas.microsoft.com/office/drawing/2014/main" id="{B7BC5473-FB0B-4DF9-B06B-D9BAA6A599AD}"/>
              </a:ext>
            </a:extLst>
          </p:cNvPr>
          <p:cNvSpPr txBox="1"/>
          <p:nvPr/>
        </p:nvSpPr>
        <p:spPr>
          <a:xfrm flipH="1">
            <a:off x="742864" y="4243717"/>
            <a:ext cx="2616037" cy="369332"/>
          </a:xfrm>
          <a:prstGeom prst="rect">
            <a:avLst/>
          </a:prstGeom>
          <a:noFill/>
        </p:spPr>
        <p:txBody>
          <a:bodyPr wrap="square" rtlCol="0">
            <a:spAutoFit/>
          </a:bodyPr>
          <a:lstStyle/>
          <a:p>
            <a:pPr marL="285750" indent="-285750">
              <a:buFont typeface="Wingdings" panose="05000000000000000000" pitchFamily="2" charset="2"/>
              <a:buChar char="Ø"/>
            </a:pPr>
            <a:r>
              <a:rPr lang="en-US" sz="1800" b="1" dirty="0"/>
              <a:t>DAX Query Used:</a:t>
            </a:r>
          </a:p>
        </p:txBody>
      </p:sp>
      <p:sp>
        <p:nvSpPr>
          <p:cNvPr id="7" name="TextBox 6">
            <a:extLst>
              <a:ext uri="{FF2B5EF4-FFF2-40B4-BE49-F238E27FC236}">
                <a16:creationId xmlns:a16="http://schemas.microsoft.com/office/drawing/2014/main" id="{23A2CA51-D134-46F6-8FB9-C84CB82AABF1}"/>
              </a:ext>
            </a:extLst>
          </p:cNvPr>
          <p:cNvSpPr txBox="1"/>
          <p:nvPr/>
        </p:nvSpPr>
        <p:spPr>
          <a:xfrm flipH="1">
            <a:off x="1593692" y="206087"/>
            <a:ext cx="2311401" cy="369332"/>
          </a:xfrm>
          <a:prstGeom prst="rect">
            <a:avLst/>
          </a:prstGeom>
          <a:noFill/>
        </p:spPr>
        <p:txBody>
          <a:bodyPr wrap="square" rtlCol="0">
            <a:spAutoFit/>
          </a:bodyPr>
          <a:lstStyle/>
          <a:p>
            <a:r>
              <a:rPr lang="en-US" sz="1800" b="1" dirty="0"/>
              <a:t>Before Conversion:</a:t>
            </a:r>
          </a:p>
        </p:txBody>
      </p:sp>
      <p:sp>
        <p:nvSpPr>
          <p:cNvPr id="8" name="TextBox 7">
            <a:extLst>
              <a:ext uri="{FF2B5EF4-FFF2-40B4-BE49-F238E27FC236}">
                <a16:creationId xmlns:a16="http://schemas.microsoft.com/office/drawing/2014/main" id="{F9C791D6-B2E2-4DBE-BF8A-120D1F3B652E}"/>
              </a:ext>
            </a:extLst>
          </p:cNvPr>
          <p:cNvSpPr txBox="1"/>
          <p:nvPr/>
        </p:nvSpPr>
        <p:spPr>
          <a:xfrm flipH="1">
            <a:off x="6655324" y="206087"/>
            <a:ext cx="2311401" cy="369332"/>
          </a:xfrm>
          <a:prstGeom prst="rect">
            <a:avLst/>
          </a:prstGeom>
          <a:noFill/>
        </p:spPr>
        <p:txBody>
          <a:bodyPr wrap="square" rtlCol="0">
            <a:spAutoFit/>
          </a:bodyPr>
          <a:lstStyle/>
          <a:p>
            <a:r>
              <a:rPr lang="en-US" sz="1800" b="1" dirty="0"/>
              <a:t>After Conversion:</a:t>
            </a:r>
          </a:p>
        </p:txBody>
      </p:sp>
      <p:sp>
        <p:nvSpPr>
          <p:cNvPr id="9" name="TextBox 8">
            <a:extLst>
              <a:ext uri="{FF2B5EF4-FFF2-40B4-BE49-F238E27FC236}">
                <a16:creationId xmlns:a16="http://schemas.microsoft.com/office/drawing/2014/main" id="{3E001C87-3C9C-4A57-8F87-155C13931495}"/>
              </a:ext>
            </a:extLst>
          </p:cNvPr>
          <p:cNvSpPr txBox="1"/>
          <p:nvPr/>
        </p:nvSpPr>
        <p:spPr>
          <a:xfrm flipH="1">
            <a:off x="540045" y="793890"/>
            <a:ext cx="405637" cy="369332"/>
          </a:xfrm>
          <a:prstGeom prst="rect">
            <a:avLst/>
          </a:prstGeom>
          <a:noFill/>
        </p:spPr>
        <p:txBody>
          <a:bodyPr wrap="square" rtlCol="0">
            <a:spAutoFit/>
          </a:bodyPr>
          <a:lstStyle/>
          <a:p>
            <a:r>
              <a:rPr lang="en-US" sz="1800" b="1" dirty="0"/>
              <a:t>3)</a:t>
            </a:r>
          </a:p>
        </p:txBody>
      </p:sp>
    </p:spTree>
    <p:extLst>
      <p:ext uri="{BB962C8B-B14F-4D97-AF65-F5344CB8AC3E}">
        <p14:creationId xmlns:p14="http://schemas.microsoft.com/office/powerpoint/2010/main" val="4984129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9661328-9BAD-4BE8-999D-A28B45D7BF2B}"/>
              </a:ext>
            </a:extLst>
          </p:cNvPr>
          <p:cNvSpPr txBox="1"/>
          <p:nvPr/>
        </p:nvSpPr>
        <p:spPr>
          <a:xfrm>
            <a:off x="357694" y="0"/>
            <a:ext cx="5948837" cy="918711"/>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0" indent="0">
              <a:lnSpc>
                <a:spcPct val="90000"/>
              </a:lnSpc>
              <a:buClr>
                <a:srgbClr val="FF0000"/>
              </a:buClr>
              <a:buSzPts val="4400"/>
              <a:buFont typeface="Calibri"/>
              <a:buNone/>
              <a:defRPr sz="4400" b="1">
                <a:solidFill>
                  <a:srgbClr val="FF0000"/>
                </a:solidFill>
                <a:latin typeface="Calibri"/>
                <a:ea typeface="Calibri"/>
                <a:cs typeface="Calibri"/>
                <a:sym typeface="Calibri"/>
              </a:defRPr>
            </a:lvl1pPr>
            <a:lvl2pPr>
              <a:buSzPts val="1400"/>
              <a:buNone/>
              <a:defRPr sz="1800"/>
            </a:lvl2pPr>
            <a:lvl3pPr>
              <a:buSzPts val="1400"/>
              <a:buNone/>
              <a:defRPr sz="1800"/>
            </a:lvl3pPr>
            <a:lvl4pPr>
              <a:buSzPts val="1400"/>
              <a:buNone/>
              <a:defRPr sz="1800"/>
            </a:lvl4pPr>
            <a:lvl5pPr>
              <a:buSzPts val="1400"/>
              <a:buNone/>
              <a:defRPr sz="1800"/>
            </a:lvl5pPr>
            <a:lvl6pPr>
              <a:buSzPts val="1400"/>
              <a:buNone/>
              <a:defRPr sz="1800"/>
            </a:lvl6pPr>
            <a:lvl7pPr>
              <a:buSzPts val="1400"/>
              <a:buNone/>
              <a:defRPr sz="1800"/>
            </a:lvl7pPr>
            <a:lvl8pPr>
              <a:buSzPts val="1400"/>
              <a:buNone/>
              <a:defRPr sz="1800"/>
            </a:lvl8pPr>
            <a:lvl9pPr>
              <a:buSzPts val="1400"/>
              <a:buNone/>
              <a:defRPr sz="1800"/>
            </a:lvl9pPr>
          </a:lstStyle>
          <a:p>
            <a:r>
              <a:rPr lang="en-US" sz="3600" u="sng" dirty="0">
                <a:solidFill>
                  <a:schemeClr val="accent1">
                    <a:lumMod val="75000"/>
                  </a:schemeClr>
                </a:solidFill>
              </a:rPr>
              <a:t>Key</a:t>
            </a:r>
            <a:r>
              <a:rPr lang="en-US" sz="3600" dirty="0">
                <a:solidFill>
                  <a:schemeClr val="accent1">
                    <a:lumMod val="75000"/>
                  </a:schemeClr>
                </a:solidFill>
              </a:rPr>
              <a:t> </a:t>
            </a:r>
            <a:r>
              <a:rPr lang="en-US" sz="3600" u="sng" dirty="0">
                <a:solidFill>
                  <a:schemeClr val="accent1">
                    <a:lumMod val="75000"/>
                  </a:schemeClr>
                </a:solidFill>
              </a:rPr>
              <a:t>Visuals</a:t>
            </a:r>
            <a:r>
              <a:rPr lang="en-US" sz="3600" dirty="0">
                <a:solidFill>
                  <a:schemeClr val="accent1">
                    <a:lumMod val="75000"/>
                  </a:schemeClr>
                </a:solidFill>
              </a:rPr>
              <a:t> </a:t>
            </a:r>
            <a:r>
              <a:rPr lang="en-US" sz="3600" u="sng" dirty="0">
                <a:solidFill>
                  <a:schemeClr val="accent1">
                    <a:lumMod val="75000"/>
                  </a:schemeClr>
                </a:solidFill>
              </a:rPr>
              <a:t>and</a:t>
            </a:r>
            <a:r>
              <a:rPr lang="en-US" sz="3600" dirty="0">
                <a:solidFill>
                  <a:schemeClr val="accent1">
                    <a:lumMod val="75000"/>
                  </a:schemeClr>
                </a:solidFill>
              </a:rPr>
              <a:t> </a:t>
            </a:r>
            <a:r>
              <a:rPr lang="en-US" sz="3600" u="sng" dirty="0">
                <a:solidFill>
                  <a:schemeClr val="accent1">
                    <a:lumMod val="75000"/>
                  </a:schemeClr>
                </a:solidFill>
              </a:rPr>
              <a:t>Dashboard</a:t>
            </a:r>
            <a:r>
              <a:rPr lang="en-US" sz="3600" dirty="0">
                <a:solidFill>
                  <a:schemeClr val="accent1">
                    <a:lumMod val="75000"/>
                  </a:schemeClr>
                </a:solidFill>
              </a:rPr>
              <a:t>:</a:t>
            </a:r>
          </a:p>
        </p:txBody>
      </p:sp>
      <p:pic>
        <p:nvPicPr>
          <p:cNvPr id="3" name="Picture 2">
            <a:extLst>
              <a:ext uri="{FF2B5EF4-FFF2-40B4-BE49-F238E27FC236}">
                <a16:creationId xmlns:a16="http://schemas.microsoft.com/office/drawing/2014/main" id="{81A42408-BC09-455C-9DF0-51B49570247D}"/>
              </a:ext>
            </a:extLst>
          </p:cNvPr>
          <p:cNvPicPr>
            <a:picLocks noChangeAspect="1"/>
          </p:cNvPicPr>
          <p:nvPr/>
        </p:nvPicPr>
        <p:blipFill rotWithShape="1">
          <a:blip r:embed="rId2"/>
          <a:srcRect l="2102" t="3477" r="2400" b="3088"/>
          <a:stretch/>
        </p:blipFill>
        <p:spPr>
          <a:xfrm>
            <a:off x="1140643" y="918711"/>
            <a:ext cx="9096866" cy="5118050"/>
          </a:xfrm>
          <a:prstGeom prst="rect">
            <a:avLst/>
          </a:prstGeom>
          <a:ln w="38100">
            <a:solidFill>
              <a:schemeClr val="accent6">
                <a:lumMod val="60000"/>
                <a:lumOff val="40000"/>
              </a:schemeClr>
            </a:solidFill>
          </a:ln>
        </p:spPr>
      </p:pic>
    </p:spTree>
    <p:extLst>
      <p:ext uri="{BB962C8B-B14F-4D97-AF65-F5344CB8AC3E}">
        <p14:creationId xmlns:p14="http://schemas.microsoft.com/office/powerpoint/2010/main" val="577329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FA90C7F-CCDA-4C3B-957A-E7A742206EE4}"/>
              </a:ext>
            </a:extLst>
          </p:cNvPr>
          <p:cNvSpPr txBox="1"/>
          <p:nvPr/>
        </p:nvSpPr>
        <p:spPr>
          <a:xfrm>
            <a:off x="433108" y="257580"/>
            <a:ext cx="5662891" cy="918711"/>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0" indent="0">
              <a:lnSpc>
                <a:spcPct val="90000"/>
              </a:lnSpc>
              <a:buClr>
                <a:srgbClr val="FF0000"/>
              </a:buClr>
              <a:buSzPts val="4400"/>
              <a:buFont typeface="Calibri"/>
              <a:buNone/>
              <a:defRPr sz="4400" b="1">
                <a:solidFill>
                  <a:srgbClr val="FF0000"/>
                </a:solidFill>
                <a:latin typeface="Calibri"/>
                <a:ea typeface="Calibri"/>
                <a:cs typeface="Calibri"/>
                <a:sym typeface="Calibri"/>
              </a:defRPr>
            </a:lvl1pPr>
            <a:lvl2pPr>
              <a:buSzPts val="1400"/>
              <a:buNone/>
              <a:defRPr sz="1800"/>
            </a:lvl2pPr>
            <a:lvl3pPr>
              <a:buSzPts val="1400"/>
              <a:buNone/>
              <a:defRPr sz="1800"/>
            </a:lvl3pPr>
            <a:lvl4pPr>
              <a:buSzPts val="1400"/>
              <a:buNone/>
              <a:defRPr sz="1800"/>
            </a:lvl4pPr>
            <a:lvl5pPr>
              <a:buSzPts val="1400"/>
              <a:buNone/>
              <a:defRPr sz="1800"/>
            </a:lvl5pPr>
            <a:lvl6pPr>
              <a:buSzPts val="1400"/>
              <a:buNone/>
              <a:defRPr sz="1800"/>
            </a:lvl6pPr>
            <a:lvl7pPr>
              <a:buSzPts val="1400"/>
              <a:buNone/>
              <a:defRPr sz="1800"/>
            </a:lvl7pPr>
            <a:lvl8pPr>
              <a:buSzPts val="1400"/>
              <a:buNone/>
              <a:defRPr sz="1800"/>
            </a:lvl8pPr>
            <a:lvl9pPr>
              <a:buSzPts val="1400"/>
              <a:buNone/>
              <a:defRPr sz="1800"/>
            </a:lvl9pPr>
          </a:lstStyle>
          <a:p>
            <a:r>
              <a:rPr lang="en-US" sz="4000" u="sng" dirty="0">
                <a:solidFill>
                  <a:schemeClr val="accent1">
                    <a:lumMod val="75000"/>
                  </a:schemeClr>
                </a:solidFill>
              </a:rPr>
              <a:t>Insights</a:t>
            </a:r>
            <a:r>
              <a:rPr lang="en-US" sz="4000" dirty="0">
                <a:solidFill>
                  <a:schemeClr val="accent1">
                    <a:lumMod val="75000"/>
                  </a:schemeClr>
                </a:solidFill>
              </a:rPr>
              <a:t> </a:t>
            </a:r>
            <a:r>
              <a:rPr lang="en-US" sz="4000" u="sng" dirty="0">
                <a:solidFill>
                  <a:schemeClr val="accent1">
                    <a:lumMod val="75000"/>
                  </a:schemeClr>
                </a:solidFill>
              </a:rPr>
              <a:t>and</a:t>
            </a:r>
            <a:r>
              <a:rPr lang="en-US" sz="4000" dirty="0">
                <a:solidFill>
                  <a:schemeClr val="accent1">
                    <a:lumMod val="75000"/>
                  </a:schemeClr>
                </a:solidFill>
              </a:rPr>
              <a:t> </a:t>
            </a:r>
            <a:r>
              <a:rPr lang="en-US" sz="4000" u="sng" dirty="0">
                <a:solidFill>
                  <a:schemeClr val="accent1">
                    <a:lumMod val="75000"/>
                  </a:schemeClr>
                </a:solidFill>
              </a:rPr>
              <a:t>Key</a:t>
            </a:r>
            <a:r>
              <a:rPr lang="en-US" sz="4000" dirty="0">
                <a:solidFill>
                  <a:schemeClr val="accent1">
                    <a:lumMod val="75000"/>
                  </a:schemeClr>
                </a:solidFill>
              </a:rPr>
              <a:t> </a:t>
            </a:r>
            <a:r>
              <a:rPr lang="en-US" sz="4000" u="sng" dirty="0">
                <a:solidFill>
                  <a:schemeClr val="accent1">
                    <a:lumMod val="75000"/>
                  </a:schemeClr>
                </a:solidFill>
              </a:rPr>
              <a:t>Findings</a:t>
            </a:r>
            <a:r>
              <a:rPr lang="en-US" sz="4000" dirty="0">
                <a:solidFill>
                  <a:schemeClr val="accent1">
                    <a:lumMod val="75000"/>
                  </a:schemeClr>
                </a:solidFill>
              </a:rPr>
              <a:t>:</a:t>
            </a:r>
          </a:p>
        </p:txBody>
      </p:sp>
      <p:sp>
        <p:nvSpPr>
          <p:cNvPr id="3" name="TextBox 2">
            <a:extLst>
              <a:ext uri="{FF2B5EF4-FFF2-40B4-BE49-F238E27FC236}">
                <a16:creationId xmlns:a16="http://schemas.microsoft.com/office/drawing/2014/main" id="{4E232B43-B644-455E-AA7F-81B3CE9385BC}"/>
              </a:ext>
            </a:extLst>
          </p:cNvPr>
          <p:cNvSpPr txBox="1"/>
          <p:nvPr/>
        </p:nvSpPr>
        <p:spPr>
          <a:xfrm>
            <a:off x="433108" y="1402534"/>
            <a:ext cx="11325784" cy="4247317"/>
          </a:xfrm>
          <a:prstGeom prst="rect">
            <a:avLst/>
          </a:prstGeom>
          <a:noFill/>
        </p:spPr>
        <p:txBody>
          <a:bodyPr wrap="square" rtlCol="0">
            <a:spAutoFit/>
          </a:bodyPr>
          <a:lstStyle/>
          <a:p>
            <a:pPr marL="285750" indent="-285750">
              <a:lnSpc>
                <a:spcPct val="200000"/>
              </a:lnSpc>
              <a:buFont typeface="Wingdings" panose="05000000000000000000" pitchFamily="2" charset="2"/>
              <a:buChar char="ü"/>
            </a:pPr>
            <a:r>
              <a:rPr lang="en-US" sz="1600" b="1" dirty="0"/>
              <a:t>26.54% </a:t>
            </a:r>
            <a:r>
              <a:rPr lang="en-US" sz="1600" dirty="0"/>
              <a:t>of customers have churned, highlighting a retention concern.</a:t>
            </a:r>
          </a:p>
          <a:p>
            <a:pPr marL="285750" indent="-285750">
              <a:lnSpc>
                <a:spcPct val="200000"/>
              </a:lnSpc>
              <a:buFont typeface="Wingdings" panose="05000000000000000000" pitchFamily="2" charset="2"/>
              <a:buChar char="ü"/>
            </a:pPr>
            <a:r>
              <a:rPr lang="en-US" sz="1600" b="1" dirty="0"/>
              <a:t>$2.86M </a:t>
            </a:r>
            <a:r>
              <a:rPr lang="en-US" sz="1600" dirty="0"/>
              <a:t>in revenue was lost due to churn and </a:t>
            </a:r>
            <a:r>
              <a:rPr lang="en-US" sz="1600" b="1" dirty="0"/>
              <a:t>$13.19M </a:t>
            </a:r>
            <a:r>
              <a:rPr lang="en-US" sz="1600" dirty="0"/>
              <a:t>was retained, which shows the revenue impact</a:t>
            </a:r>
          </a:p>
          <a:p>
            <a:pPr marL="285750" indent="-285750">
              <a:lnSpc>
                <a:spcPct val="200000"/>
              </a:lnSpc>
              <a:buFont typeface="Wingdings" panose="05000000000000000000" pitchFamily="2" charset="2"/>
              <a:buChar char="ü"/>
            </a:pPr>
            <a:r>
              <a:rPr lang="en-US" sz="1600" dirty="0"/>
              <a:t>Most customers are segmented in the </a:t>
            </a:r>
            <a:r>
              <a:rPr lang="en-US" sz="1600" b="1" dirty="0"/>
              <a:t>0-20 months </a:t>
            </a:r>
            <a:r>
              <a:rPr lang="en-US" sz="1600" dirty="0"/>
              <a:t>tenure group, which also shows higher churn risk.</a:t>
            </a:r>
          </a:p>
          <a:p>
            <a:pPr marL="285750" indent="-285750">
              <a:lnSpc>
                <a:spcPct val="200000"/>
              </a:lnSpc>
              <a:buFont typeface="Wingdings" panose="05000000000000000000" pitchFamily="2" charset="2"/>
              <a:buChar char="ü"/>
            </a:pPr>
            <a:r>
              <a:rPr lang="en-US" sz="1600" dirty="0"/>
              <a:t>Gender is nearly balanced with </a:t>
            </a:r>
            <a:r>
              <a:rPr lang="en-US" sz="1600" b="1" dirty="0"/>
              <a:t>50.48% male </a:t>
            </a:r>
            <a:r>
              <a:rPr lang="en-US" sz="1600" dirty="0"/>
              <a:t>population and </a:t>
            </a:r>
            <a:r>
              <a:rPr lang="en-US" sz="1600" b="1" dirty="0"/>
              <a:t>49.52% female</a:t>
            </a:r>
            <a:r>
              <a:rPr lang="en-US" sz="1600" dirty="0"/>
              <a:t>.</a:t>
            </a:r>
          </a:p>
          <a:p>
            <a:pPr marL="285750" indent="-285750">
              <a:lnSpc>
                <a:spcPct val="200000"/>
              </a:lnSpc>
              <a:buFont typeface="Wingdings" panose="05000000000000000000" pitchFamily="2" charset="2"/>
              <a:buChar char="ü"/>
            </a:pPr>
            <a:r>
              <a:rPr lang="en-US" sz="1600" b="1" dirty="0"/>
              <a:t>Fiber Optic </a:t>
            </a:r>
            <a:r>
              <a:rPr lang="en-US" sz="1600" dirty="0"/>
              <a:t>users have the </a:t>
            </a:r>
            <a:r>
              <a:rPr lang="en-US" sz="1600" b="1" dirty="0"/>
              <a:t>highest churn </a:t>
            </a:r>
            <a:r>
              <a:rPr lang="en-US" sz="1600" dirty="0"/>
              <a:t>while </a:t>
            </a:r>
            <a:r>
              <a:rPr lang="en-US" sz="1600" b="1" dirty="0"/>
              <a:t>DSL</a:t>
            </a:r>
            <a:r>
              <a:rPr lang="en-US" sz="1600" dirty="0"/>
              <a:t> users are more stable which suggests lower churn risk for the </a:t>
            </a:r>
            <a:r>
              <a:rPr lang="en-US" sz="1600" b="1" dirty="0"/>
              <a:t>DSL</a:t>
            </a:r>
            <a:r>
              <a:rPr lang="en-US" sz="1600" dirty="0"/>
              <a:t> category.</a:t>
            </a:r>
          </a:p>
          <a:p>
            <a:pPr marL="285750" indent="-285750">
              <a:lnSpc>
                <a:spcPct val="200000"/>
              </a:lnSpc>
              <a:buFont typeface="Wingdings" panose="05000000000000000000" pitchFamily="2" charset="2"/>
              <a:buChar char="ü"/>
            </a:pPr>
            <a:r>
              <a:rPr lang="en-US" sz="1600" b="1" dirty="0"/>
              <a:t>Electronic Check </a:t>
            </a:r>
            <a:r>
              <a:rPr lang="en-US" sz="1600" dirty="0"/>
              <a:t>users have both the </a:t>
            </a:r>
            <a:r>
              <a:rPr lang="en-US" sz="1600" b="1" dirty="0"/>
              <a:t>highest average monthly charges (₹76.26) </a:t>
            </a:r>
            <a:r>
              <a:rPr lang="en-US" sz="1600" dirty="0"/>
              <a:t>and </a:t>
            </a:r>
            <a:r>
              <a:rPr lang="en-US" sz="1600" b="1" dirty="0"/>
              <a:t>highest churn </a:t>
            </a:r>
            <a:r>
              <a:rPr lang="en-US" sz="1600" dirty="0"/>
              <a:t>while </a:t>
            </a:r>
            <a:r>
              <a:rPr lang="en-US" sz="1600" b="1" dirty="0"/>
              <a:t>Mailed Check</a:t>
            </a:r>
            <a:r>
              <a:rPr lang="en-US" sz="1600" dirty="0"/>
              <a:t> users have the </a:t>
            </a:r>
            <a:r>
              <a:rPr lang="en-US" sz="1600" b="1" dirty="0"/>
              <a:t>lowest monthly average charges (₹43.92)</a:t>
            </a:r>
            <a:r>
              <a:rPr lang="en-US" sz="1600" dirty="0"/>
              <a:t> and relatively </a:t>
            </a:r>
            <a:r>
              <a:rPr lang="en-US" sz="1600" b="1" dirty="0"/>
              <a:t>low churn</a:t>
            </a:r>
            <a:r>
              <a:rPr lang="en-US" sz="1600" dirty="0"/>
              <a:t>.</a:t>
            </a:r>
          </a:p>
          <a:p>
            <a:pPr marL="285750" indent="-285750">
              <a:buFont typeface="Wingdings" panose="05000000000000000000" pitchFamily="2" charset="2"/>
              <a:buChar char="q"/>
            </a:pPr>
            <a:endParaRPr lang="en-US" dirty="0"/>
          </a:p>
        </p:txBody>
      </p:sp>
    </p:spTree>
    <p:extLst>
      <p:ext uri="{BB962C8B-B14F-4D97-AF65-F5344CB8AC3E}">
        <p14:creationId xmlns:p14="http://schemas.microsoft.com/office/powerpoint/2010/main" val="22874955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2F3454C-9E29-4502-8BF1-31A7A39FB2F8}"/>
              </a:ext>
            </a:extLst>
          </p:cNvPr>
          <p:cNvSpPr txBox="1"/>
          <p:nvPr/>
        </p:nvSpPr>
        <p:spPr>
          <a:xfrm>
            <a:off x="447040" y="490674"/>
            <a:ext cx="2682659" cy="734811"/>
          </a:xfrm>
          <a:prstGeom prst="rect">
            <a:avLst/>
          </a:prstGeom>
          <a:noFill/>
          <a:ln>
            <a:noFill/>
          </a:ln>
        </p:spPr>
        <p:txBody>
          <a:bodyPr spcFirstLastPara="1" wrap="square" lIns="91425" tIns="45700" rIns="91425" bIns="45700" anchor="ctr" anchorCtr="0">
            <a:normAutofit fontScale="25000" lnSpcReduction="20000"/>
          </a:bodyPr>
          <a:lstStyle>
            <a:defPPr marR="0" lvl="0" algn="l" rtl="0">
              <a:lnSpc>
                <a:spcPct val="100000"/>
              </a:lnSpc>
              <a:spcBef>
                <a:spcPts val="0"/>
              </a:spcBef>
              <a:spcAft>
                <a:spcPts val="0"/>
              </a:spcAft>
            </a:defPPr>
            <a:lvl1pPr marL="0" indent="0">
              <a:lnSpc>
                <a:spcPct val="90000"/>
              </a:lnSpc>
              <a:buClr>
                <a:srgbClr val="FF0000"/>
              </a:buClr>
              <a:buSzPts val="4400"/>
              <a:buFont typeface="Calibri"/>
              <a:buNone/>
              <a:defRPr sz="4400" b="1">
                <a:solidFill>
                  <a:srgbClr val="FF0000"/>
                </a:solidFill>
                <a:latin typeface="Calibri"/>
                <a:ea typeface="Calibri"/>
                <a:cs typeface="Calibri"/>
                <a:sym typeface="Calibri"/>
              </a:defRPr>
            </a:lvl1pPr>
            <a:lvl2pPr>
              <a:buSzPts val="1400"/>
              <a:buNone/>
              <a:defRPr sz="1800"/>
            </a:lvl2pPr>
            <a:lvl3pPr>
              <a:buSzPts val="1400"/>
              <a:buNone/>
              <a:defRPr sz="1800"/>
            </a:lvl3pPr>
            <a:lvl4pPr>
              <a:buSzPts val="1400"/>
              <a:buNone/>
              <a:defRPr sz="1800"/>
            </a:lvl4pPr>
            <a:lvl5pPr>
              <a:buSzPts val="1400"/>
              <a:buNone/>
              <a:defRPr sz="1800"/>
            </a:lvl5pPr>
            <a:lvl6pPr>
              <a:buSzPts val="1400"/>
              <a:buNone/>
              <a:defRPr sz="1800"/>
            </a:lvl6pPr>
            <a:lvl7pPr>
              <a:buSzPts val="1400"/>
              <a:buNone/>
              <a:defRPr sz="1800"/>
            </a:lvl7pPr>
            <a:lvl8pPr>
              <a:buSzPts val="1400"/>
              <a:buNone/>
              <a:defRPr sz="1800"/>
            </a:lvl8pPr>
            <a:lvl9pPr>
              <a:buSzPts val="1400"/>
              <a:buNone/>
              <a:defRPr sz="1800"/>
            </a:lvl9pPr>
          </a:lstStyle>
          <a:p>
            <a:r>
              <a:rPr lang="en-US" sz="16000" u="sng" dirty="0">
                <a:solidFill>
                  <a:schemeClr val="accent1">
                    <a:lumMod val="75000"/>
                  </a:schemeClr>
                </a:solidFill>
              </a:rPr>
              <a:t>Conclusion</a:t>
            </a:r>
            <a:r>
              <a:rPr lang="en-US" sz="16000" dirty="0">
                <a:solidFill>
                  <a:schemeClr val="accent1">
                    <a:lumMod val="75000"/>
                  </a:schemeClr>
                </a:solidFill>
              </a:rPr>
              <a:t>:</a:t>
            </a:r>
            <a:endParaRPr lang="en-US" sz="3600" dirty="0">
              <a:solidFill>
                <a:schemeClr val="accent1">
                  <a:lumMod val="75000"/>
                </a:schemeClr>
              </a:solidFill>
            </a:endParaRPr>
          </a:p>
        </p:txBody>
      </p:sp>
      <p:sp>
        <p:nvSpPr>
          <p:cNvPr id="5" name="Rectangle 2">
            <a:extLst>
              <a:ext uri="{FF2B5EF4-FFF2-40B4-BE49-F238E27FC236}">
                <a16:creationId xmlns:a16="http://schemas.microsoft.com/office/drawing/2014/main" id="{F118DD7D-3DBC-4CFD-AEE1-060F7C6EB96C}"/>
              </a:ext>
            </a:extLst>
          </p:cNvPr>
          <p:cNvSpPr>
            <a:spLocks noChangeArrowheads="1"/>
          </p:cNvSpPr>
          <p:nvPr/>
        </p:nvSpPr>
        <p:spPr bwMode="auto">
          <a:xfrm>
            <a:off x="447040" y="1404595"/>
            <a:ext cx="9628777" cy="3370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eaLnBrk="0" fontAlgn="base" hangingPunct="0">
              <a:lnSpc>
                <a:spcPct val="150000"/>
              </a:lnSpc>
              <a:spcBef>
                <a:spcPct val="0"/>
              </a:spcBef>
              <a:spcAft>
                <a:spcPct val="0"/>
              </a:spcAft>
              <a:buClrTx/>
              <a:buFont typeface="Wingdings" panose="05000000000000000000" pitchFamily="2" charset="2"/>
              <a:buChar char="Ø"/>
            </a:pPr>
            <a:r>
              <a:rPr lang="en-US" sz="1600" dirty="0"/>
              <a:t>The churn analysis reveals that </a:t>
            </a:r>
            <a:r>
              <a:rPr lang="en-US" sz="1600" b="1" dirty="0"/>
              <a:t>26.54%</a:t>
            </a:r>
            <a:r>
              <a:rPr lang="en-US" sz="1600" dirty="0"/>
              <a:t> of customers have left, causing a </a:t>
            </a:r>
            <a:r>
              <a:rPr lang="en-US" sz="1600" b="1" dirty="0"/>
              <a:t>$2.86M revenue loss</a:t>
            </a:r>
            <a:r>
              <a:rPr lang="en-US" sz="1600" dirty="0"/>
              <a:t>.</a:t>
            </a:r>
          </a:p>
          <a:p>
            <a:pPr marL="285750" lvl="0" indent="-285750" eaLnBrk="0" fontAlgn="base" hangingPunct="0">
              <a:lnSpc>
                <a:spcPct val="150000"/>
              </a:lnSpc>
              <a:spcBef>
                <a:spcPct val="0"/>
              </a:spcBef>
              <a:spcAft>
                <a:spcPct val="0"/>
              </a:spcAft>
              <a:buClrTx/>
              <a:buFont typeface="Wingdings" panose="05000000000000000000" pitchFamily="2" charset="2"/>
              <a:buChar char="Ø"/>
            </a:pPr>
            <a:r>
              <a:rPr lang="en-US" sz="1600" dirty="0"/>
              <a:t>Churn is most common among </a:t>
            </a:r>
            <a:r>
              <a:rPr lang="en-US" sz="1600" b="1" dirty="0"/>
              <a:t>new customers (0–20 months), Fiber Optic users</a:t>
            </a:r>
            <a:r>
              <a:rPr lang="en-US" sz="1600" dirty="0"/>
              <a:t>, and those paying via </a:t>
            </a:r>
            <a:r>
              <a:rPr lang="en-US" sz="1600" b="1" dirty="0"/>
              <a:t>Electronic Check</a:t>
            </a:r>
            <a:r>
              <a:rPr lang="en-US" sz="1600" dirty="0"/>
              <a:t>.</a:t>
            </a:r>
          </a:p>
          <a:p>
            <a:pPr marL="285750" lvl="0" indent="-285750" eaLnBrk="0" fontAlgn="base" hangingPunct="0">
              <a:lnSpc>
                <a:spcPct val="150000"/>
              </a:lnSpc>
              <a:spcBef>
                <a:spcPct val="0"/>
              </a:spcBef>
              <a:spcAft>
                <a:spcPct val="0"/>
              </a:spcAft>
              <a:buClrTx/>
              <a:buFont typeface="Wingdings" panose="05000000000000000000" pitchFamily="2" charset="2"/>
              <a:buChar char="Ø"/>
            </a:pPr>
            <a:r>
              <a:rPr lang="en-US" sz="1600" dirty="0"/>
              <a:t>Targeted retention strategies for these high-risk segments can significantly reduce churn and protect future revenue.</a:t>
            </a:r>
          </a:p>
          <a:p>
            <a:pPr marL="285750" lvl="0" indent="-285750" eaLnBrk="0" fontAlgn="base" hangingPunct="0">
              <a:lnSpc>
                <a:spcPct val="150000"/>
              </a:lnSpc>
              <a:spcBef>
                <a:spcPct val="0"/>
              </a:spcBef>
              <a:spcAft>
                <a:spcPct val="0"/>
              </a:spcAft>
              <a:buClrTx/>
              <a:buFont typeface="Wingdings" panose="05000000000000000000" pitchFamily="2" charset="2"/>
              <a:buChar char="Ø"/>
            </a:pPr>
            <a:r>
              <a:rPr lang="en-US" altLang="en-US" sz="1600" dirty="0">
                <a:solidFill>
                  <a:schemeClr val="tx1"/>
                </a:solidFill>
                <a:latin typeface="Arial" panose="020B0604020202020204" pitchFamily="34" charset="0"/>
              </a:rPr>
              <a:t>To reduce churn, focus should be on </a:t>
            </a:r>
            <a:r>
              <a:rPr lang="en-US" altLang="en-US" sz="1600" b="1" dirty="0">
                <a:solidFill>
                  <a:schemeClr val="tx1"/>
                </a:solidFill>
                <a:latin typeface="Arial" panose="020B0604020202020204" pitchFamily="34" charset="0"/>
              </a:rPr>
              <a:t>retaining new customers</a:t>
            </a:r>
            <a:r>
              <a:rPr lang="en-US" altLang="en-US" sz="1600" dirty="0">
                <a:solidFill>
                  <a:schemeClr val="tx1"/>
                </a:solidFill>
                <a:latin typeface="Arial" panose="020B0604020202020204" pitchFamily="34" charset="0"/>
              </a:rPr>
              <a:t>, improving service quality for </a:t>
            </a:r>
            <a:r>
              <a:rPr lang="en-US" altLang="en-US" sz="1600" b="1" dirty="0">
                <a:solidFill>
                  <a:schemeClr val="tx1"/>
                </a:solidFill>
                <a:latin typeface="Arial" panose="020B0604020202020204" pitchFamily="34" charset="0"/>
              </a:rPr>
              <a:t>fiber optic </a:t>
            </a:r>
            <a:r>
              <a:rPr lang="en-US" altLang="en-US" sz="1600" dirty="0">
                <a:solidFill>
                  <a:schemeClr val="tx1"/>
                </a:solidFill>
                <a:latin typeface="Arial" panose="020B0604020202020204" pitchFamily="34" charset="0"/>
              </a:rPr>
              <a:t>users, and </a:t>
            </a:r>
            <a:r>
              <a:rPr lang="en-US" altLang="en-US" sz="1600" b="1" dirty="0">
                <a:solidFill>
                  <a:schemeClr val="tx1"/>
                </a:solidFill>
                <a:latin typeface="Arial" panose="020B0604020202020204" pitchFamily="34" charset="0"/>
              </a:rPr>
              <a:t>promoting</a:t>
            </a:r>
            <a:r>
              <a:rPr lang="en-US" altLang="en-US" sz="1600" dirty="0">
                <a:solidFill>
                  <a:schemeClr val="tx1"/>
                </a:solidFill>
                <a:latin typeface="Arial" panose="020B0604020202020204" pitchFamily="34" charset="0"/>
              </a:rPr>
              <a:t> reliable </a:t>
            </a:r>
            <a:r>
              <a:rPr lang="en-US" altLang="en-US" sz="1600" b="1" dirty="0">
                <a:solidFill>
                  <a:schemeClr val="tx1"/>
                </a:solidFill>
                <a:latin typeface="Arial" panose="020B0604020202020204" pitchFamily="34" charset="0"/>
              </a:rPr>
              <a:t>payment methods </a:t>
            </a:r>
            <a:r>
              <a:rPr lang="en-US" altLang="en-US" sz="1600" dirty="0">
                <a:solidFill>
                  <a:schemeClr val="tx1"/>
                </a:solidFill>
                <a:latin typeface="Arial" panose="020B0604020202020204" pitchFamily="34" charset="0"/>
              </a:rPr>
              <a:t>like </a:t>
            </a:r>
            <a:r>
              <a:rPr lang="en-US" altLang="en-US" sz="1600" b="1" dirty="0">
                <a:solidFill>
                  <a:schemeClr val="tx1"/>
                </a:solidFill>
                <a:latin typeface="Arial" panose="020B0604020202020204" pitchFamily="34" charset="0"/>
              </a:rPr>
              <a:t>credit cards</a:t>
            </a:r>
            <a:r>
              <a:rPr lang="en-US" altLang="en-US" sz="1600" dirty="0">
                <a:solidFill>
                  <a:schemeClr val="tx1"/>
                </a:solidFill>
                <a:latin typeface="Arial" panose="020B0604020202020204" pitchFamily="34" charset="0"/>
              </a:rPr>
              <a:t>.</a:t>
            </a:r>
          </a:p>
          <a:p>
            <a:pPr marL="285750" lvl="0" indent="-285750" eaLnBrk="0" fontAlgn="base" hangingPunct="0">
              <a:lnSpc>
                <a:spcPct val="150000"/>
              </a:lnSpc>
              <a:spcBef>
                <a:spcPct val="0"/>
              </a:spcBef>
              <a:spcAft>
                <a:spcPct val="0"/>
              </a:spcAft>
              <a:buClrTx/>
              <a:buFont typeface="Wingdings" panose="05000000000000000000" pitchFamily="2" charset="2"/>
              <a:buChar char="Ø"/>
            </a:pPr>
            <a:r>
              <a:rPr lang="en-US" altLang="en-US" sz="1600" dirty="0">
                <a:solidFill>
                  <a:schemeClr val="tx1"/>
                </a:solidFill>
                <a:latin typeface="Arial" panose="020B0604020202020204" pitchFamily="34" charset="0"/>
              </a:rPr>
              <a:t>Enhancing </a:t>
            </a:r>
            <a:r>
              <a:rPr lang="en-US" altLang="en-US" sz="1600" b="1" dirty="0">
                <a:solidFill>
                  <a:schemeClr val="tx1"/>
                </a:solidFill>
                <a:latin typeface="Arial" panose="020B0604020202020204" pitchFamily="34" charset="0"/>
              </a:rPr>
              <a:t>Add-on services </a:t>
            </a:r>
            <a:r>
              <a:rPr lang="en-US" altLang="en-US" sz="1600" dirty="0">
                <a:solidFill>
                  <a:schemeClr val="tx1"/>
                </a:solidFill>
                <a:latin typeface="Arial" panose="020B0604020202020204" pitchFamily="34" charset="0"/>
              </a:rPr>
              <a:t>and collecting regular feedback can help identify at-risk customers early and improve overall retention.</a:t>
            </a:r>
            <a:endParaRPr kumimoji="0" lang="en-US" altLang="en-US" sz="1600" i="0" u="none" strike="noStrike" cap="none" normalizeH="0" baseline="0" dirty="0">
              <a:ln>
                <a:noFill/>
              </a:ln>
              <a:solidFill>
                <a:schemeClr val="tx1"/>
              </a:solidFill>
              <a:effectLst/>
              <a:latin typeface="Arial" panose="020B0604020202020204" pitchFamily="34" charset="0"/>
            </a:endParaRPr>
          </a:p>
        </p:txBody>
      </p:sp>
      <p:sp>
        <p:nvSpPr>
          <p:cNvPr id="8" name="Rectangle 2">
            <a:extLst>
              <a:ext uri="{FF2B5EF4-FFF2-40B4-BE49-F238E27FC236}">
                <a16:creationId xmlns:a16="http://schemas.microsoft.com/office/drawing/2014/main" id="{ADEC2638-61CA-4F35-BB10-3C29C2438309}"/>
              </a:ext>
            </a:extLst>
          </p:cNvPr>
          <p:cNvSpPr>
            <a:spLocks noChangeArrowheads="1"/>
          </p:cNvSpPr>
          <p:nvPr/>
        </p:nvSpPr>
        <p:spPr bwMode="auto">
          <a:xfrm>
            <a:off x="447040" y="5136183"/>
            <a:ext cx="11421305" cy="79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buClrTx/>
            </a:pPr>
            <a:r>
              <a:rPr kumimoji="0" lang="en-US" altLang="en-US" sz="1800" b="1" i="0" u="none" strike="noStrike" cap="none" normalizeH="0" baseline="0" dirty="0">
                <a:ln>
                  <a:noFill/>
                </a:ln>
                <a:solidFill>
                  <a:srgbClr val="FF0000"/>
                </a:solidFill>
                <a:effectLst/>
                <a:latin typeface="Arial" panose="020B0604020202020204" pitchFamily="34" charset="0"/>
              </a:rPr>
              <a:t>Project URL:</a:t>
            </a:r>
          </a:p>
          <a:p>
            <a:pPr lvl="0" eaLnBrk="0" fontAlgn="base" hangingPunct="0">
              <a:lnSpc>
                <a:spcPct val="150000"/>
              </a:lnSpc>
              <a:spcBef>
                <a:spcPct val="0"/>
              </a:spcBef>
              <a:spcAft>
                <a:spcPct val="0"/>
              </a:spcAft>
              <a:buClrTx/>
            </a:pPr>
            <a:r>
              <a:rPr lang="en-US" altLang="en-US" dirty="0">
                <a:solidFill>
                  <a:srgbClr val="FF0000"/>
                </a:solidFill>
                <a:latin typeface="Arial" panose="020B0604020202020204" pitchFamily="34" charset="0"/>
                <a:hlinkClick r:id="rId2"/>
              </a:rPr>
              <a:t>https://app.powerbi.com/groups/me/reports/5d2ad7a5-3538-460d-9c54-4af497037f35/af20e66bb79201146e28?experience=power-bi</a:t>
            </a:r>
            <a:endParaRPr kumimoji="0" lang="en-US" altLang="en-US" i="0" u="none" strike="noStrike" cap="none" normalizeH="0" baseline="0" dirty="0">
              <a:ln>
                <a:noFill/>
              </a:ln>
              <a:solidFill>
                <a:srgbClr val="FF0000"/>
              </a:solidFill>
              <a:effectLst/>
              <a:latin typeface="Arial" panose="020B0604020202020204" pitchFamily="34" charset="0"/>
            </a:endParaRPr>
          </a:p>
        </p:txBody>
      </p:sp>
    </p:spTree>
    <p:extLst>
      <p:ext uri="{BB962C8B-B14F-4D97-AF65-F5344CB8AC3E}">
        <p14:creationId xmlns:p14="http://schemas.microsoft.com/office/powerpoint/2010/main" val="38029792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663</TotalTime>
  <Words>573</Words>
  <Application>Microsoft Office PowerPoint</Application>
  <PresentationFormat>Widescreen</PresentationFormat>
  <Paragraphs>64</Paragraphs>
  <Slides>9</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Libre Baskerville</vt:lpstr>
      <vt:lpstr>Arial</vt:lpstr>
      <vt:lpstr>Calibri</vt:lpstr>
      <vt:lpstr>Lato Black</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Raghu Ram Aduri</dc:creator>
  <cp:lastModifiedBy>Sahil Sawant</cp:lastModifiedBy>
  <cp:revision>35</cp:revision>
  <dcterms:created xsi:type="dcterms:W3CDTF">2021-02-16T05:19:01Z</dcterms:created>
  <dcterms:modified xsi:type="dcterms:W3CDTF">2025-07-23T08:42:30Z</dcterms:modified>
</cp:coreProperties>
</file>